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Lst>
  <p:notesMasterIdLst>
    <p:notesMasterId r:id="rId12"/>
  </p:notesMasterIdLst>
  <p:sldIdLst>
    <p:sldId id="256" r:id="rId2"/>
    <p:sldId id="261" r:id="rId3"/>
    <p:sldId id="297" r:id="rId4"/>
    <p:sldId id="295" r:id="rId5"/>
    <p:sldId id="294" r:id="rId6"/>
    <p:sldId id="260" r:id="rId7"/>
    <p:sldId id="299" r:id="rId8"/>
    <p:sldId id="287" r:id="rId9"/>
    <p:sldId id="298" r:id="rId10"/>
    <p:sldId id="259" r:id="rId11"/>
  </p:sldIdLst>
  <p:sldSz cx="9144000" cy="5143500" type="screen16x9"/>
  <p:notesSz cx="6858000" cy="9144000"/>
  <p:embeddedFontLst>
    <p:embeddedFont>
      <p:font typeface="Archivo" panose="020B0604020202020204" charset="0"/>
      <p:regular r:id="rId13"/>
      <p:bold r:id="rId14"/>
      <p:italic r:id="rId15"/>
      <p:boldItalic r:id="rId16"/>
    </p:embeddedFont>
    <p:embeddedFont>
      <p:font typeface="IBM Plex Mono" panose="020B0509050203000203" pitchFamily="49" charset="0"/>
      <p:regular r:id="rId17"/>
      <p:bold r:id="rId18"/>
      <p:italic r:id="rId19"/>
      <p:boldItalic r:id="rId20"/>
    </p:embeddedFont>
    <p:embeddedFont>
      <p:font typeface="Nunito Light" pitchFamily="2" charset="0"/>
      <p:regular r:id="rId21"/>
      <p: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277A08-A9D5-465A-B7CA-E93FD82C0AA9}" v="10" dt="2026-08-19T04:48:37.399"/>
    <p1510:client id="{8EED86DC-366B-4CBD-AEAC-B8DC0E8027EE}" v="87" dt="2026-08-18T17:48:04.344"/>
  </p1510:revLst>
</p1510:revInfo>
</file>

<file path=ppt/tableStyles.xml><?xml version="1.0" encoding="utf-8"?>
<a:tblStyleLst xmlns:a="http://schemas.openxmlformats.org/drawingml/2006/main" def="{C2EB4085-C4CA-460A-986B-058A8E27C805}">
  <a:tblStyle styleId="{C2EB4085-C4CA-460A-986B-058A8E27C80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0EECA99-BD5E-4410-91FC-E7E7DC76D57C}"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gastya Singh" userId="657c7a2772a972de" providerId="LiveId" clId="{8BA6A108-D51D-4F8E-BFB2-19194DA7E541}"/>
    <pc:docChg chg="undo custSel modSld">
      <pc:chgData name="Agastya Singh" userId="657c7a2772a972de" providerId="LiveId" clId="{8BA6A108-D51D-4F8E-BFB2-19194DA7E541}" dt="2026-08-19T04:48:46.772" v="68" actId="113"/>
      <pc:docMkLst>
        <pc:docMk/>
      </pc:docMkLst>
      <pc:sldChg chg="modSp mod">
        <pc:chgData name="Agastya Singh" userId="657c7a2772a972de" providerId="LiveId" clId="{8BA6A108-D51D-4F8E-BFB2-19194DA7E541}" dt="2026-08-19T04:48:46.772" v="68" actId="113"/>
        <pc:sldMkLst>
          <pc:docMk/>
          <pc:sldMk cId="0" sldId="259"/>
        </pc:sldMkLst>
        <pc:spChg chg="mod">
          <ac:chgData name="Agastya Singh" userId="657c7a2772a972de" providerId="LiveId" clId="{8BA6A108-D51D-4F8E-BFB2-19194DA7E541}" dt="2026-08-19T04:48:46.772" v="68" actId="113"/>
          <ac:spMkLst>
            <pc:docMk/>
            <pc:sldMk cId="0" sldId="259"/>
            <ac:spMk id="426" creationId="{00000000-0000-0000-0000-000000000000}"/>
          </ac:spMkLst>
        </pc:spChg>
      </pc:sldChg>
    </pc:docChg>
  </pc:docChgLst>
  <pc:docChgLst>
    <pc:chgData name="Sanchay Krishna G" userId="a634b6f89feda766" providerId="LiveId" clId="{D20F1EDF-FF5A-4ADF-842E-6A26897C32CE}"/>
    <pc:docChg chg="undo custSel addSld delSld modSld sldOrd">
      <pc:chgData name="Sanchay Krishna G" userId="a634b6f89feda766" providerId="LiveId" clId="{D20F1EDF-FF5A-4ADF-842E-6A26897C32CE}" dt="2026-08-18T17:49:07.898" v="924" actId="1076"/>
      <pc:docMkLst>
        <pc:docMk/>
      </pc:docMkLst>
      <pc:sldChg chg="addSp delSp modSp mod">
        <pc:chgData name="Sanchay Krishna G" userId="a634b6f89feda766" providerId="LiveId" clId="{D20F1EDF-FF5A-4ADF-842E-6A26897C32CE}" dt="2026-08-18T13:47:39.886" v="204" actId="20577"/>
        <pc:sldMkLst>
          <pc:docMk/>
          <pc:sldMk cId="0" sldId="256"/>
        </pc:sldMkLst>
        <pc:spChg chg="add del mod">
          <ac:chgData name="Sanchay Krishna G" userId="a634b6f89feda766" providerId="LiveId" clId="{D20F1EDF-FF5A-4ADF-842E-6A26897C32CE}" dt="2026-08-18T13:47:03.982" v="194" actId="478"/>
          <ac:spMkLst>
            <pc:docMk/>
            <pc:sldMk cId="0" sldId="256"/>
            <ac:spMk id="2" creationId="{692BC441-5E0F-D4C7-52F6-FD513B8C8340}"/>
          </ac:spMkLst>
        </pc:spChg>
        <pc:spChg chg="add del mod">
          <ac:chgData name="Sanchay Krishna G" userId="a634b6f89feda766" providerId="LiveId" clId="{D20F1EDF-FF5A-4ADF-842E-6A26897C32CE}" dt="2026-08-18T13:36:57.739" v="44" actId="478"/>
          <ac:spMkLst>
            <pc:docMk/>
            <pc:sldMk cId="0" sldId="256"/>
            <ac:spMk id="3" creationId="{ED690D82-0A92-501F-8E39-30A8C5CD426A}"/>
          </ac:spMkLst>
        </pc:spChg>
        <pc:spChg chg="mod">
          <ac:chgData name="Sanchay Krishna G" userId="a634b6f89feda766" providerId="LiveId" clId="{D20F1EDF-FF5A-4ADF-842E-6A26897C32CE}" dt="2026-08-18T13:47:39.886" v="204" actId="20577"/>
          <ac:spMkLst>
            <pc:docMk/>
            <pc:sldMk cId="0" sldId="256"/>
            <ac:spMk id="393" creationId="{00000000-0000-0000-0000-000000000000}"/>
          </ac:spMkLst>
        </pc:spChg>
        <pc:spChg chg="del">
          <ac:chgData name="Sanchay Krishna G" userId="a634b6f89feda766" providerId="LiveId" clId="{D20F1EDF-FF5A-4ADF-842E-6A26897C32CE}" dt="2026-08-18T13:36:51.478" v="41" actId="478"/>
          <ac:spMkLst>
            <pc:docMk/>
            <pc:sldMk cId="0" sldId="256"/>
            <ac:spMk id="394" creationId="{00000000-0000-0000-0000-000000000000}"/>
          </ac:spMkLst>
        </pc:spChg>
        <pc:picChg chg="add del">
          <ac:chgData name="Sanchay Krishna G" userId="a634b6f89feda766" providerId="LiveId" clId="{D20F1EDF-FF5A-4ADF-842E-6A26897C32CE}" dt="2026-08-18T13:46:14.608" v="188" actId="478"/>
          <ac:picMkLst>
            <pc:docMk/>
            <pc:sldMk cId="0" sldId="256"/>
            <ac:picMk id="391" creationId="{00000000-0000-0000-0000-000000000000}"/>
          </ac:picMkLst>
        </pc:picChg>
      </pc:sldChg>
      <pc:sldChg chg="del">
        <pc:chgData name="Sanchay Krishna G" userId="a634b6f89feda766" providerId="LiveId" clId="{D20F1EDF-FF5A-4ADF-842E-6A26897C32CE}" dt="2026-08-18T17:28:27.719" v="407" actId="2696"/>
        <pc:sldMkLst>
          <pc:docMk/>
          <pc:sldMk cId="0" sldId="258"/>
        </pc:sldMkLst>
      </pc:sldChg>
      <pc:sldChg chg="modSp mod">
        <pc:chgData name="Sanchay Krishna G" userId="a634b6f89feda766" providerId="LiveId" clId="{D20F1EDF-FF5A-4ADF-842E-6A26897C32CE}" dt="2026-08-18T13:52:25.059" v="291" actId="404"/>
        <pc:sldMkLst>
          <pc:docMk/>
          <pc:sldMk cId="0" sldId="259"/>
        </pc:sldMkLst>
        <pc:spChg chg="mod">
          <ac:chgData name="Sanchay Krishna G" userId="a634b6f89feda766" providerId="LiveId" clId="{D20F1EDF-FF5A-4ADF-842E-6A26897C32CE}" dt="2026-08-18T13:52:25.059" v="291" actId="404"/>
          <ac:spMkLst>
            <pc:docMk/>
            <pc:sldMk cId="0" sldId="259"/>
            <ac:spMk id="426" creationId="{00000000-0000-0000-0000-000000000000}"/>
          </ac:spMkLst>
        </pc:spChg>
      </pc:sldChg>
      <pc:sldChg chg="modSp mod">
        <pc:chgData name="Sanchay Krishna G" userId="a634b6f89feda766" providerId="LiveId" clId="{D20F1EDF-FF5A-4ADF-842E-6A26897C32CE}" dt="2026-08-18T17:48:31.732" v="923" actId="20577"/>
        <pc:sldMkLst>
          <pc:docMk/>
          <pc:sldMk cId="0" sldId="260"/>
        </pc:sldMkLst>
        <pc:graphicFrameChg chg="mod modGraphic">
          <ac:chgData name="Sanchay Krishna G" userId="a634b6f89feda766" providerId="LiveId" clId="{D20F1EDF-FF5A-4ADF-842E-6A26897C32CE}" dt="2026-08-18T17:48:31.732" v="923" actId="20577"/>
          <ac:graphicFrameMkLst>
            <pc:docMk/>
            <pc:sldMk cId="0" sldId="260"/>
            <ac:graphicFrameMk id="6" creationId="{C628F5C8-A2EE-FEE9-C5A4-34DBAA33C669}"/>
          </ac:graphicFrameMkLst>
        </pc:graphicFrameChg>
      </pc:sldChg>
      <pc:sldChg chg="modSp mod">
        <pc:chgData name="Sanchay Krishna G" userId="a634b6f89feda766" providerId="LiveId" clId="{D20F1EDF-FF5A-4ADF-842E-6A26897C32CE}" dt="2026-08-18T17:20:35.972" v="335" actId="123"/>
        <pc:sldMkLst>
          <pc:docMk/>
          <pc:sldMk cId="0" sldId="261"/>
        </pc:sldMkLst>
        <pc:spChg chg="mod">
          <ac:chgData name="Sanchay Krishna G" userId="a634b6f89feda766" providerId="LiveId" clId="{D20F1EDF-FF5A-4ADF-842E-6A26897C32CE}" dt="2026-08-18T17:20:33.339" v="334" actId="14100"/>
          <ac:spMkLst>
            <pc:docMk/>
            <pc:sldMk cId="0" sldId="261"/>
            <ac:spMk id="4" creationId="{C7F2E3C7-C28B-F8B4-399B-58C0E9C6DB83}"/>
          </ac:spMkLst>
        </pc:spChg>
        <pc:spChg chg="mod">
          <ac:chgData name="Sanchay Krishna G" userId="a634b6f89feda766" providerId="LiveId" clId="{D20F1EDF-FF5A-4ADF-842E-6A26897C32CE}" dt="2026-08-18T17:20:35.972" v="335" actId="123"/>
          <ac:spMkLst>
            <pc:docMk/>
            <pc:sldMk cId="0" sldId="261"/>
            <ac:spMk id="7" creationId="{05016709-7598-280D-7851-184EDA583185}"/>
          </ac:spMkLst>
        </pc:spChg>
        <pc:spChg chg="mod">
          <ac:chgData name="Sanchay Krishna G" userId="a634b6f89feda766" providerId="LiveId" clId="{D20F1EDF-FF5A-4ADF-842E-6A26897C32CE}" dt="2026-08-18T17:19:10.962" v="321" actId="20577"/>
          <ac:spMkLst>
            <pc:docMk/>
            <pc:sldMk cId="0" sldId="261"/>
            <ac:spMk id="450" creationId="{00000000-0000-0000-0000-000000000000}"/>
          </ac:spMkLst>
        </pc:spChg>
      </pc:sldChg>
      <pc:sldChg chg="addSp delSp modSp del mod">
        <pc:chgData name="Sanchay Krishna G" userId="a634b6f89feda766" providerId="LiveId" clId="{D20F1EDF-FF5A-4ADF-842E-6A26897C32CE}" dt="2026-08-18T17:30:06.705" v="432" actId="2696"/>
        <pc:sldMkLst>
          <pc:docMk/>
          <pc:sldMk cId="0" sldId="262"/>
        </pc:sldMkLst>
        <pc:spChg chg="add del mod">
          <ac:chgData name="Sanchay Krishna G" userId="a634b6f89feda766" providerId="LiveId" clId="{D20F1EDF-FF5A-4ADF-842E-6A26897C32CE}" dt="2026-08-18T17:29:26.127" v="420"/>
          <ac:spMkLst>
            <pc:docMk/>
            <pc:sldMk cId="0" sldId="262"/>
            <ac:spMk id="4" creationId="{B38AC91D-3030-B1FC-80B6-F688810306C1}"/>
          </ac:spMkLst>
        </pc:spChg>
        <pc:spChg chg="mod">
          <ac:chgData name="Sanchay Krishna G" userId="a634b6f89feda766" providerId="LiveId" clId="{D20F1EDF-FF5A-4ADF-842E-6A26897C32CE}" dt="2026-08-18T17:30:00.022" v="429" actId="21"/>
          <ac:spMkLst>
            <pc:docMk/>
            <pc:sldMk cId="0" sldId="262"/>
            <ac:spMk id="457" creationId="{00000000-0000-0000-0000-000000000000}"/>
          </ac:spMkLst>
        </pc:spChg>
        <pc:spChg chg="del mod">
          <ac:chgData name="Sanchay Krishna G" userId="a634b6f89feda766" providerId="LiveId" clId="{D20F1EDF-FF5A-4ADF-842E-6A26897C32CE}" dt="2026-08-18T17:28:48.061" v="409" actId="478"/>
          <ac:spMkLst>
            <pc:docMk/>
            <pc:sldMk cId="0" sldId="262"/>
            <ac:spMk id="458" creationId="{00000000-0000-0000-0000-000000000000}"/>
          </ac:spMkLst>
        </pc:spChg>
        <pc:picChg chg="add mod">
          <ac:chgData name="Sanchay Krishna G" userId="a634b6f89feda766" providerId="LiveId" clId="{D20F1EDF-FF5A-4ADF-842E-6A26897C32CE}" dt="2026-08-18T17:29:21.721" v="417" actId="1076"/>
          <ac:picMkLst>
            <pc:docMk/>
            <pc:sldMk cId="0" sldId="262"/>
            <ac:picMk id="3" creationId="{652C1B07-16E7-EE47-4D14-FEB4C2B577D0}"/>
          </ac:picMkLst>
        </pc:picChg>
      </pc:sldChg>
      <pc:sldChg chg="del">
        <pc:chgData name="Sanchay Krishna G" userId="a634b6f89feda766" providerId="LiveId" clId="{D20F1EDF-FF5A-4ADF-842E-6A26897C32CE}" dt="2026-08-18T17:39:48.336" v="566" actId="2696"/>
        <pc:sldMkLst>
          <pc:docMk/>
          <pc:sldMk cId="0" sldId="267"/>
        </pc:sldMkLst>
      </pc:sldChg>
      <pc:sldChg chg="delSp modSp del mod">
        <pc:chgData name="Sanchay Krishna G" userId="a634b6f89feda766" providerId="LiveId" clId="{D20F1EDF-FF5A-4ADF-842E-6A26897C32CE}" dt="2026-08-18T17:43:20.070" v="619" actId="2696"/>
        <pc:sldMkLst>
          <pc:docMk/>
          <pc:sldMk cId="0" sldId="268"/>
        </pc:sldMkLst>
        <pc:spChg chg="mod">
          <ac:chgData name="Sanchay Krishna G" userId="a634b6f89feda766" providerId="LiveId" clId="{D20F1EDF-FF5A-4ADF-842E-6A26897C32CE}" dt="2026-08-18T17:41:56.884" v="598" actId="1076"/>
          <ac:spMkLst>
            <pc:docMk/>
            <pc:sldMk cId="0" sldId="268"/>
            <ac:spMk id="4" creationId="{77CC90F8-749F-698A-5B84-B2CEA25CC2C3}"/>
          </ac:spMkLst>
        </pc:spChg>
        <pc:spChg chg="mod">
          <ac:chgData name="Sanchay Krishna G" userId="a634b6f89feda766" providerId="LiveId" clId="{D20F1EDF-FF5A-4ADF-842E-6A26897C32CE}" dt="2026-08-18T17:41:14.272" v="586" actId="123"/>
          <ac:spMkLst>
            <pc:docMk/>
            <pc:sldMk cId="0" sldId="268"/>
            <ac:spMk id="538" creationId="{00000000-0000-0000-0000-000000000000}"/>
          </ac:spMkLst>
        </pc:spChg>
        <pc:picChg chg="del">
          <ac:chgData name="Sanchay Krishna G" userId="a634b6f89feda766" providerId="LiveId" clId="{D20F1EDF-FF5A-4ADF-842E-6A26897C32CE}" dt="2026-08-18T17:26:22.875" v="384" actId="478"/>
          <ac:picMkLst>
            <pc:docMk/>
            <pc:sldMk cId="0" sldId="268"/>
            <ac:picMk id="545" creationId="{00000000-0000-0000-0000-000000000000}"/>
          </ac:picMkLst>
        </pc:picChg>
      </pc:sldChg>
      <pc:sldChg chg="addSp delSp modSp del mod">
        <pc:chgData name="Sanchay Krishna G" userId="a634b6f89feda766" providerId="LiveId" clId="{D20F1EDF-FF5A-4ADF-842E-6A26897C32CE}" dt="2026-08-18T17:34:34.707" v="478" actId="2696"/>
        <pc:sldMkLst>
          <pc:docMk/>
          <pc:sldMk cId="0" sldId="271"/>
        </pc:sldMkLst>
        <pc:spChg chg="add mod">
          <ac:chgData name="Sanchay Krishna G" userId="a634b6f89feda766" providerId="LiveId" clId="{D20F1EDF-FF5A-4ADF-842E-6A26897C32CE}" dt="2026-08-18T17:20:43.866" v="336" actId="123"/>
          <ac:spMkLst>
            <pc:docMk/>
            <pc:sldMk cId="0" sldId="271"/>
            <ac:spMk id="2" creationId="{B5279528-7F9B-2229-D8CA-3ADBE1C94DA4}"/>
          </ac:spMkLst>
        </pc:spChg>
        <pc:spChg chg="del mod">
          <ac:chgData name="Sanchay Krishna G" userId="a634b6f89feda766" providerId="LiveId" clId="{D20F1EDF-FF5A-4ADF-842E-6A26897C32CE}" dt="2026-08-18T13:42:33.057" v="159" actId="478"/>
          <ac:spMkLst>
            <pc:docMk/>
            <pc:sldMk cId="0" sldId="271"/>
            <ac:spMk id="567" creationId="{00000000-0000-0000-0000-000000000000}"/>
          </ac:spMkLst>
        </pc:spChg>
        <pc:grpChg chg="mod">
          <ac:chgData name="Sanchay Krishna G" userId="a634b6f89feda766" providerId="LiveId" clId="{D20F1EDF-FF5A-4ADF-842E-6A26897C32CE}" dt="2026-08-18T13:44:59.821" v="174" actId="1035"/>
          <ac:grpSpMkLst>
            <pc:docMk/>
            <pc:sldMk cId="0" sldId="271"/>
            <ac:grpSpMk id="568" creationId="{00000000-0000-0000-0000-000000000000}"/>
          </ac:grpSpMkLst>
        </pc:grpChg>
      </pc:sldChg>
      <pc:sldChg chg="modSp mod ord">
        <pc:chgData name="Sanchay Krishna G" userId="a634b6f89feda766" providerId="LiveId" clId="{D20F1EDF-FF5A-4ADF-842E-6A26897C32CE}" dt="2026-08-18T17:39:28.010" v="565" actId="1076"/>
        <pc:sldMkLst>
          <pc:docMk/>
          <pc:sldMk cId="0" sldId="287"/>
        </pc:sldMkLst>
        <pc:spChg chg="mod">
          <ac:chgData name="Sanchay Krishna G" userId="a634b6f89feda766" providerId="LiveId" clId="{D20F1EDF-FF5A-4ADF-842E-6A26897C32CE}" dt="2026-08-18T17:39:28.010" v="565" actId="1076"/>
          <ac:spMkLst>
            <pc:docMk/>
            <pc:sldMk cId="0" sldId="287"/>
            <ac:spMk id="867" creationId="{00000000-0000-0000-0000-000000000000}"/>
          </ac:spMkLst>
        </pc:spChg>
        <pc:spChg chg="mod">
          <ac:chgData name="Sanchay Krishna G" userId="a634b6f89feda766" providerId="LiveId" clId="{D20F1EDF-FF5A-4ADF-842E-6A26897C32CE}" dt="2026-08-18T17:33:00.112" v="469"/>
          <ac:spMkLst>
            <pc:docMk/>
            <pc:sldMk cId="0" sldId="287"/>
            <ac:spMk id="872" creationId="{00000000-0000-0000-0000-000000000000}"/>
          </ac:spMkLst>
        </pc:spChg>
      </pc:sldChg>
      <pc:sldChg chg="addSp delSp modSp del mod">
        <pc:chgData name="Sanchay Krishna G" userId="a634b6f89feda766" providerId="LiveId" clId="{D20F1EDF-FF5A-4ADF-842E-6A26897C32CE}" dt="2026-08-18T17:39:51.302" v="567" actId="2696"/>
        <pc:sldMkLst>
          <pc:docMk/>
          <pc:sldMk cId="0" sldId="289"/>
        </pc:sldMkLst>
        <pc:spChg chg="mod">
          <ac:chgData name="Sanchay Krishna G" userId="a634b6f89feda766" providerId="LiveId" clId="{D20F1EDF-FF5A-4ADF-842E-6A26897C32CE}" dt="2026-08-18T13:50:52.347" v="235" actId="14100"/>
          <ac:spMkLst>
            <pc:docMk/>
            <pc:sldMk cId="0" sldId="289"/>
            <ac:spMk id="56" creationId="{008082F9-FFF9-4987-683E-9FB941E8CF6A}"/>
          </ac:spMkLst>
        </pc:spChg>
        <pc:spChg chg="mod">
          <ac:chgData name="Sanchay Krishna G" userId="a634b6f89feda766" providerId="LiveId" clId="{D20F1EDF-FF5A-4ADF-842E-6A26897C32CE}" dt="2026-08-18T13:48:31.652" v="206"/>
          <ac:spMkLst>
            <pc:docMk/>
            <pc:sldMk cId="0" sldId="289"/>
            <ac:spMk id="58" creationId="{835B8A84-F0F6-E76C-B77B-FEB2FC17B146}"/>
          </ac:spMkLst>
        </pc:spChg>
        <pc:spChg chg="mod">
          <ac:chgData name="Sanchay Krishna G" userId="a634b6f89feda766" providerId="LiveId" clId="{D20F1EDF-FF5A-4ADF-842E-6A26897C32CE}" dt="2026-08-18T13:48:43.808" v="208"/>
          <ac:spMkLst>
            <pc:docMk/>
            <pc:sldMk cId="0" sldId="289"/>
            <ac:spMk id="60" creationId="{F09A94E0-6784-99F6-7ECB-9EE35FC66148}"/>
          </ac:spMkLst>
        </pc:spChg>
        <pc:spChg chg="mod">
          <ac:chgData name="Sanchay Krishna G" userId="a634b6f89feda766" providerId="LiveId" clId="{D20F1EDF-FF5A-4ADF-842E-6A26897C32CE}" dt="2026-08-18T13:49:11.806" v="212" actId="14100"/>
          <ac:spMkLst>
            <pc:docMk/>
            <pc:sldMk cId="0" sldId="289"/>
            <ac:spMk id="62" creationId="{DECAB604-FB55-9974-4845-56ECED238102}"/>
          </ac:spMkLst>
        </pc:spChg>
        <pc:spChg chg="add del mod">
          <ac:chgData name="Sanchay Krishna G" userId="a634b6f89feda766" providerId="LiveId" clId="{D20F1EDF-FF5A-4ADF-842E-6A26897C32CE}" dt="2026-08-18T13:50:07.921" v="228"/>
          <ac:spMkLst>
            <pc:docMk/>
            <pc:sldMk cId="0" sldId="289"/>
            <ac:spMk id="922" creationId="{26E7F2B0-961C-FDE9-836A-8218079A4BD3}"/>
          </ac:spMkLst>
        </pc:spChg>
        <pc:spChg chg="mod">
          <ac:chgData name="Sanchay Krishna G" userId="a634b6f89feda766" providerId="LiveId" clId="{D20F1EDF-FF5A-4ADF-842E-6A26897C32CE}" dt="2026-08-18T13:50:27.400" v="232"/>
          <ac:spMkLst>
            <pc:docMk/>
            <pc:sldMk cId="0" sldId="289"/>
            <ac:spMk id="926" creationId="{BF9A8447-BB31-AF6C-5517-C426946680E8}"/>
          </ac:spMkLst>
        </pc:spChg>
        <pc:graphicFrameChg chg="del mod">
          <ac:chgData name="Sanchay Krishna G" userId="a634b6f89feda766" providerId="LiveId" clId="{D20F1EDF-FF5A-4ADF-842E-6A26897C32CE}" dt="2026-08-18T13:49:54.788" v="226" actId="478"/>
          <ac:graphicFrameMkLst>
            <pc:docMk/>
            <pc:sldMk cId="0" sldId="289"/>
            <ac:graphicFrameMk id="923" creationId="{7BAA22A6-6DD6-D416-ECDC-47F286DCB8FB}"/>
          </ac:graphicFrameMkLst>
        </pc:graphicFrameChg>
        <pc:graphicFrameChg chg="mod modGraphic">
          <ac:chgData name="Sanchay Krishna G" userId="a634b6f89feda766" providerId="LiveId" clId="{D20F1EDF-FF5A-4ADF-842E-6A26897C32CE}" dt="2026-08-18T13:50:16.043" v="230"/>
          <ac:graphicFrameMkLst>
            <pc:docMk/>
            <pc:sldMk cId="0" sldId="289"/>
            <ac:graphicFrameMk id="924" creationId="{2C47822A-3923-FC95-87C7-E947542A4C68}"/>
          </ac:graphicFrameMkLst>
        </pc:graphicFrameChg>
      </pc:sldChg>
      <pc:sldChg chg="modSp mod ord">
        <pc:chgData name="Sanchay Krishna G" userId="a634b6f89feda766" providerId="LiveId" clId="{D20F1EDF-FF5A-4ADF-842E-6A26897C32CE}" dt="2026-08-18T17:38:50.456" v="562"/>
        <pc:sldMkLst>
          <pc:docMk/>
          <pc:sldMk cId="403604478" sldId="294"/>
        </pc:sldMkLst>
        <pc:spChg chg="mod">
          <ac:chgData name="Sanchay Krishna G" userId="a634b6f89feda766" providerId="LiveId" clId="{D20F1EDF-FF5A-4ADF-842E-6A26897C32CE}" dt="2026-08-18T17:38:48.481" v="560" actId="14100"/>
          <ac:spMkLst>
            <pc:docMk/>
            <pc:sldMk cId="403604478" sldId="294"/>
            <ac:spMk id="3" creationId="{23508357-40FB-E477-1BFF-16515C0FABC3}"/>
          </ac:spMkLst>
        </pc:spChg>
        <pc:spChg chg="mod">
          <ac:chgData name="Sanchay Krishna G" userId="a634b6f89feda766" providerId="LiveId" clId="{D20F1EDF-FF5A-4ADF-842E-6A26897C32CE}" dt="2026-08-18T17:38:35.782" v="557" actId="1076"/>
          <ac:spMkLst>
            <pc:docMk/>
            <pc:sldMk cId="403604478" sldId="294"/>
            <ac:spMk id="5" creationId="{35486C77-60D4-9291-17A6-0323BEA06F6C}"/>
          </ac:spMkLst>
        </pc:spChg>
      </pc:sldChg>
      <pc:sldChg chg="modSp mod">
        <pc:chgData name="Sanchay Krishna G" userId="a634b6f89feda766" providerId="LiveId" clId="{D20F1EDF-FF5A-4ADF-842E-6A26897C32CE}" dt="2026-08-18T17:49:07.898" v="924" actId="1076"/>
        <pc:sldMkLst>
          <pc:docMk/>
          <pc:sldMk cId="2345987422" sldId="295"/>
        </pc:sldMkLst>
        <pc:spChg chg="mod">
          <ac:chgData name="Sanchay Krishna G" userId="a634b6f89feda766" providerId="LiveId" clId="{D20F1EDF-FF5A-4ADF-842E-6A26897C32CE}" dt="2026-08-18T17:37:26.360" v="539" actId="1076"/>
          <ac:spMkLst>
            <pc:docMk/>
            <pc:sldMk cId="2345987422" sldId="295"/>
            <ac:spMk id="2" creationId="{33698232-6B33-1B6F-40ED-7739CD9E29A0}"/>
          </ac:spMkLst>
        </pc:spChg>
        <pc:spChg chg="mod">
          <ac:chgData name="Sanchay Krishna G" userId="a634b6f89feda766" providerId="LiveId" clId="{D20F1EDF-FF5A-4ADF-842E-6A26897C32CE}" dt="2026-08-18T17:49:07.898" v="924" actId="1076"/>
          <ac:spMkLst>
            <pc:docMk/>
            <pc:sldMk cId="2345987422" sldId="295"/>
            <ac:spMk id="3" creationId="{416A8FED-9557-07B7-51AA-8ECD4D43A28C}"/>
          </ac:spMkLst>
        </pc:spChg>
        <pc:spChg chg="mod">
          <ac:chgData name="Sanchay Krishna G" userId="a634b6f89feda766" providerId="LiveId" clId="{D20F1EDF-FF5A-4ADF-842E-6A26897C32CE}" dt="2026-08-18T17:36:59.024" v="499" actId="113"/>
          <ac:spMkLst>
            <pc:docMk/>
            <pc:sldMk cId="2345987422" sldId="295"/>
            <ac:spMk id="5" creationId="{769C4899-93E3-62B0-184B-7D893CAF4F17}"/>
          </ac:spMkLst>
        </pc:spChg>
      </pc:sldChg>
      <pc:sldChg chg="del">
        <pc:chgData name="Sanchay Krishna G" userId="a634b6f89feda766" providerId="LiveId" clId="{D20F1EDF-FF5A-4ADF-842E-6A26897C32CE}" dt="2026-08-18T17:28:22.486" v="406" actId="2696"/>
        <pc:sldMkLst>
          <pc:docMk/>
          <pc:sldMk cId="3338076549" sldId="296"/>
        </pc:sldMkLst>
      </pc:sldChg>
      <pc:sldChg chg="addSp delSp modSp add mod">
        <pc:chgData name="Sanchay Krishna G" userId="a634b6f89feda766" providerId="LiveId" clId="{D20F1EDF-FF5A-4ADF-842E-6A26897C32CE}" dt="2026-08-18T17:22:28.351" v="376" actId="20577"/>
        <pc:sldMkLst>
          <pc:docMk/>
          <pc:sldMk cId="1528773399" sldId="297"/>
        </pc:sldMkLst>
        <pc:spChg chg="add del mod">
          <ac:chgData name="Sanchay Krishna G" userId="a634b6f89feda766" providerId="LiveId" clId="{D20F1EDF-FF5A-4ADF-842E-6A26897C32CE}" dt="2026-08-18T17:21:21.629" v="345" actId="478"/>
          <ac:spMkLst>
            <pc:docMk/>
            <pc:sldMk cId="1528773399" sldId="297"/>
            <ac:spMk id="2" creationId="{8E512A81-6EBF-9D86-2F63-612F2AE42506}"/>
          </ac:spMkLst>
        </pc:spChg>
        <pc:spChg chg="add del mod">
          <ac:chgData name="Sanchay Krishna G" userId="a634b6f89feda766" providerId="LiveId" clId="{D20F1EDF-FF5A-4ADF-842E-6A26897C32CE}" dt="2026-08-18T17:21:24.343" v="348"/>
          <ac:spMkLst>
            <pc:docMk/>
            <pc:sldMk cId="1528773399" sldId="297"/>
            <ac:spMk id="3" creationId="{A7E6F3BB-DB4A-505D-2EBA-A4489CE38A97}"/>
          </ac:spMkLst>
        </pc:spChg>
        <pc:spChg chg="mod">
          <ac:chgData name="Sanchay Krishna G" userId="a634b6f89feda766" providerId="LiveId" clId="{D20F1EDF-FF5A-4ADF-842E-6A26897C32CE}" dt="2026-08-18T17:22:07.390" v="361" actId="14100"/>
          <ac:spMkLst>
            <pc:docMk/>
            <pc:sldMk cId="1528773399" sldId="297"/>
            <ac:spMk id="4" creationId="{B67EDC42-7B9F-39FE-A047-022F6A2FA23D}"/>
          </ac:spMkLst>
        </pc:spChg>
        <pc:spChg chg="add del mod">
          <ac:chgData name="Sanchay Krishna G" userId="a634b6f89feda766" providerId="LiveId" clId="{D20F1EDF-FF5A-4ADF-842E-6A26897C32CE}" dt="2026-08-18T17:21:25.359" v="351"/>
          <ac:spMkLst>
            <pc:docMk/>
            <pc:sldMk cId="1528773399" sldId="297"/>
            <ac:spMk id="5" creationId="{6B6C40BA-0A82-CC51-E4D3-C3F38B725DCA}"/>
          </ac:spMkLst>
        </pc:spChg>
        <pc:spChg chg="add mod">
          <ac:chgData name="Sanchay Krishna G" userId="a634b6f89feda766" providerId="LiveId" clId="{D20F1EDF-FF5A-4ADF-842E-6A26897C32CE}" dt="2026-08-18T17:22:19.579" v="365" actId="14100"/>
          <ac:spMkLst>
            <pc:docMk/>
            <pc:sldMk cId="1528773399" sldId="297"/>
            <ac:spMk id="6" creationId="{904F97D0-950B-5EC2-E2A7-CDECEDFD80BD}"/>
          </ac:spMkLst>
        </pc:spChg>
        <pc:spChg chg="del mod">
          <ac:chgData name="Sanchay Krishna G" userId="a634b6f89feda766" providerId="LiveId" clId="{D20F1EDF-FF5A-4ADF-842E-6A26897C32CE}" dt="2026-08-18T17:21:10.160" v="343"/>
          <ac:spMkLst>
            <pc:docMk/>
            <pc:sldMk cId="1528773399" sldId="297"/>
            <ac:spMk id="7" creationId="{514F9B6D-FEDB-1A2E-5D90-63DD4647D862}"/>
          </ac:spMkLst>
        </pc:spChg>
        <pc:spChg chg="mod">
          <ac:chgData name="Sanchay Krishna G" userId="a634b6f89feda766" providerId="LiveId" clId="{D20F1EDF-FF5A-4ADF-842E-6A26897C32CE}" dt="2026-08-18T17:22:28.351" v="376" actId="20577"/>
          <ac:spMkLst>
            <pc:docMk/>
            <pc:sldMk cId="1528773399" sldId="297"/>
            <ac:spMk id="450" creationId="{50EA9EE7-097E-E067-3F81-9304FD6F8133}"/>
          </ac:spMkLst>
        </pc:spChg>
      </pc:sldChg>
      <pc:sldChg chg="addSp delSp modSp add mod">
        <pc:chgData name="Sanchay Krishna G" userId="a634b6f89feda766" providerId="LiveId" clId="{D20F1EDF-FF5A-4ADF-842E-6A26897C32CE}" dt="2026-08-18T17:30:26.939" v="436" actId="1076"/>
        <pc:sldMkLst>
          <pc:docMk/>
          <pc:sldMk cId="101651065" sldId="298"/>
        </pc:sldMkLst>
        <pc:spChg chg="del mod">
          <ac:chgData name="Sanchay Krishna G" userId="a634b6f89feda766" providerId="LiveId" clId="{D20F1EDF-FF5A-4ADF-842E-6A26897C32CE}" dt="2026-08-18T17:29:48.733" v="424" actId="478"/>
          <ac:spMkLst>
            <pc:docMk/>
            <pc:sldMk cId="101651065" sldId="298"/>
            <ac:spMk id="4" creationId="{691DF27D-2A37-8F65-7A80-AB7D9457ECF7}"/>
          </ac:spMkLst>
        </pc:spChg>
        <pc:spChg chg="mod">
          <ac:chgData name="Sanchay Krishna G" userId="a634b6f89feda766" providerId="LiveId" clId="{D20F1EDF-FF5A-4ADF-842E-6A26897C32CE}" dt="2026-08-18T17:30:14.984" v="434" actId="1076"/>
          <ac:spMkLst>
            <pc:docMk/>
            <pc:sldMk cId="101651065" sldId="298"/>
            <ac:spMk id="538" creationId="{1E4AA8E2-121A-9F95-1ABC-5FFB22869E8B}"/>
          </ac:spMkLst>
        </pc:spChg>
        <pc:picChg chg="add mod">
          <ac:chgData name="Sanchay Krishna G" userId="a634b6f89feda766" providerId="LiveId" clId="{D20F1EDF-FF5A-4ADF-842E-6A26897C32CE}" dt="2026-08-18T17:30:26.939" v="436" actId="1076"/>
          <ac:picMkLst>
            <pc:docMk/>
            <pc:sldMk cId="101651065" sldId="298"/>
            <ac:picMk id="3" creationId="{3EAB4AFC-9818-E0FF-3633-3A060A19EAC1}"/>
          </ac:picMkLst>
        </pc:picChg>
      </pc:sldChg>
      <pc:sldChg chg="modSp add del mod">
        <pc:chgData name="Sanchay Krishna G" userId="a634b6f89feda766" providerId="LiveId" clId="{D20F1EDF-FF5A-4ADF-842E-6A26897C32CE}" dt="2026-08-18T17:33:05.543" v="470" actId="2696"/>
        <pc:sldMkLst>
          <pc:docMk/>
          <pc:sldMk cId="2309412975" sldId="299"/>
        </pc:sldMkLst>
        <pc:spChg chg="mod">
          <ac:chgData name="Sanchay Krishna G" userId="a634b6f89feda766" providerId="LiveId" clId="{D20F1EDF-FF5A-4ADF-842E-6A26897C32CE}" dt="2026-08-18T17:32:43.638" v="467"/>
          <ac:spMkLst>
            <pc:docMk/>
            <pc:sldMk cId="2309412975" sldId="299"/>
            <ac:spMk id="4" creationId="{DA0296BF-4FC0-945A-8D71-2FDC1DA94AE2}"/>
          </ac:spMkLst>
        </pc:spChg>
      </pc:sldChg>
      <pc:sldChg chg="addSp delSp modSp add mod ord">
        <pc:chgData name="Sanchay Krishna G" userId="a634b6f89feda766" providerId="LiveId" clId="{D20F1EDF-FF5A-4ADF-842E-6A26897C32CE}" dt="2026-08-18T17:43:14.250" v="618" actId="1076"/>
        <pc:sldMkLst>
          <pc:docMk/>
          <pc:sldMk cId="3233778375" sldId="299"/>
        </pc:sldMkLst>
        <pc:spChg chg="mod">
          <ac:chgData name="Sanchay Krishna G" userId="a634b6f89feda766" providerId="LiveId" clId="{D20F1EDF-FF5A-4ADF-842E-6A26897C32CE}" dt="2026-08-18T17:42:56.233" v="613" actId="1076"/>
          <ac:spMkLst>
            <pc:docMk/>
            <pc:sldMk cId="3233778375" sldId="299"/>
            <ac:spMk id="2" creationId="{196EB2DE-0865-6DD4-0B8E-CB483508DBF0}"/>
          </ac:spMkLst>
        </pc:spChg>
        <pc:spChg chg="del mod">
          <ac:chgData name="Sanchay Krishna G" userId="a634b6f89feda766" providerId="LiveId" clId="{D20F1EDF-FF5A-4ADF-842E-6A26897C32CE}" dt="2026-08-18T17:41:49.533" v="597" actId="478"/>
          <ac:spMkLst>
            <pc:docMk/>
            <pc:sldMk cId="3233778375" sldId="299"/>
            <ac:spMk id="3" creationId="{590A2923-AE2A-8A18-A396-E8B78C71FD14}"/>
          </ac:spMkLst>
        </pc:spChg>
        <pc:spChg chg="add mod">
          <ac:chgData name="Sanchay Krishna G" userId="a634b6f89feda766" providerId="LiveId" clId="{D20F1EDF-FF5A-4ADF-842E-6A26897C32CE}" dt="2026-08-18T17:43:14.250" v="618" actId="1076"/>
          <ac:spMkLst>
            <pc:docMk/>
            <pc:sldMk cId="3233778375" sldId="299"/>
            <ac:spMk id="4" creationId="{5CEDFA23-AF82-A354-E017-8FE0250E2A92}"/>
          </ac:spMkLst>
        </pc:spChg>
        <pc:spChg chg="del mod">
          <ac:chgData name="Sanchay Krishna G" userId="a634b6f89feda766" providerId="LiveId" clId="{D20F1EDF-FF5A-4ADF-842E-6A26897C32CE}" dt="2026-08-18T17:41:45.004" v="596"/>
          <ac:spMkLst>
            <pc:docMk/>
            <pc:sldMk cId="3233778375" sldId="299"/>
            <ac:spMk id="5" creationId="{1E85A088-B9AA-4DD3-E060-88437FF30744}"/>
          </ac:spMkLst>
        </pc:spChg>
      </pc:sldChg>
      <pc:sldMasterChg chg="delSldLayout">
        <pc:chgData name="Sanchay Krishna G" userId="a634b6f89feda766" providerId="LiveId" clId="{D20F1EDF-FF5A-4ADF-842E-6A26897C32CE}" dt="2026-08-18T17:39:51.302" v="567" actId="2696"/>
        <pc:sldMasterMkLst>
          <pc:docMk/>
          <pc:sldMasterMk cId="0" sldId="2147483685"/>
        </pc:sldMasterMkLst>
        <pc:sldLayoutChg chg="del">
          <pc:chgData name="Sanchay Krishna G" userId="a634b6f89feda766" providerId="LiveId" clId="{D20F1EDF-FF5A-4ADF-842E-6A26897C32CE}" dt="2026-08-18T17:30:06.705" v="432" actId="2696"/>
          <pc:sldLayoutMkLst>
            <pc:docMk/>
            <pc:sldMasterMk cId="0" sldId="2147483685"/>
            <pc:sldLayoutMk cId="0" sldId="2147483653"/>
          </pc:sldLayoutMkLst>
        </pc:sldLayoutChg>
        <pc:sldLayoutChg chg="del">
          <pc:chgData name="Sanchay Krishna G" userId="a634b6f89feda766" providerId="LiveId" clId="{D20F1EDF-FF5A-4ADF-842E-6A26897C32CE}" dt="2026-08-18T17:39:48.336" v="566" actId="2696"/>
          <pc:sldLayoutMkLst>
            <pc:docMk/>
            <pc:sldMasterMk cId="0" sldId="2147483685"/>
            <pc:sldLayoutMk cId="0" sldId="2147483654"/>
          </pc:sldLayoutMkLst>
        </pc:sldLayoutChg>
        <pc:sldLayoutChg chg="del">
          <pc:chgData name="Sanchay Krishna G" userId="a634b6f89feda766" providerId="LiveId" clId="{D20F1EDF-FF5A-4ADF-842E-6A26897C32CE}" dt="2026-08-18T17:34:34.707" v="478" actId="2696"/>
          <pc:sldLayoutMkLst>
            <pc:docMk/>
            <pc:sldMasterMk cId="0" sldId="2147483685"/>
            <pc:sldLayoutMk cId="0" sldId="2147483657"/>
          </pc:sldLayoutMkLst>
        </pc:sldLayoutChg>
        <pc:sldLayoutChg chg="del">
          <pc:chgData name="Sanchay Krishna G" userId="a634b6f89feda766" providerId="LiveId" clId="{D20F1EDF-FF5A-4ADF-842E-6A26897C32CE}" dt="2026-08-18T17:28:27.719" v="407" actId="2696"/>
          <pc:sldLayoutMkLst>
            <pc:docMk/>
            <pc:sldMasterMk cId="0" sldId="2147483685"/>
            <pc:sldLayoutMk cId="0" sldId="2147483659"/>
          </pc:sldLayoutMkLst>
        </pc:sldLayoutChg>
        <pc:sldLayoutChg chg="del">
          <pc:chgData name="Sanchay Krishna G" userId="a634b6f89feda766" providerId="LiveId" clId="{D20F1EDF-FF5A-4ADF-842E-6A26897C32CE}" dt="2026-08-18T17:39:51.302" v="567" actId="2696"/>
          <pc:sldLayoutMkLst>
            <pc:docMk/>
            <pc:sldMasterMk cId="0" sldId="2147483685"/>
            <pc:sldLayoutMk cId="0" sldId="2147483667"/>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88" name="Google Shape;388;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292a81341b2_2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48" name="Google Shape;448;g292a81341b2_2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a:extLst>
            <a:ext uri="{FF2B5EF4-FFF2-40B4-BE49-F238E27FC236}">
              <a16:creationId xmlns:a16="http://schemas.microsoft.com/office/drawing/2014/main" id="{8AAB8110-CB37-2C73-E590-A114AE3C4F99}"/>
            </a:ext>
          </a:extLst>
        </p:cNvPr>
        <p:cNvGrpSpPr/>
        <p:nvPr/>
      </p:nvGrpSpPr>
      <p:grpSpPr>
        <a:xfrm>
          <a:off x="0" y="0"/>
          <a:ext cx="0" cy="0"/>
          <a:chOff x="0" y="0"/>
          <a:chExt cx="0" cy="0"/>
        </a:xfrm>
      </p:grpSpPr>
      <p:sp>
        <p:nvSpPr>
          <p:cNvPr id="447" name="Google Shape;447;g292a81341b2_2_61:notes">
            <a:extLst>
              <a:ext uri="{FF2B5EF4-FFF2-40B4-BE49-F238E27FC236}">
                <a16:creationId xmlns:a16="http://schemas.microsoft.com/office/drawing/2014/main" id="{9E4504DA-B28B-DA32-B374-4A3994451D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48" name="Google Shape;448;g292a81341b2_2_61:notes">
            <a:extLst>
              <a:ext uri="{FF2B5EF4-FFF2-40B4-BE49-F238E27FC236}">
                <a16:creationId xmlns:a16="http://schemas.microsoft.com/office/drawing/2014/main" id="{5ABABED4-6F46-37E8-E357-DCA9E963CCF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36525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292581b7e23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37" name="Google Shape;437;g292581b7e23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933ed14694_0_2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865" name="Google Shape;865;g2933ed14694_0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a:extLst>
            <a:ext uri="{FF2B5EF4-FFF2-40B4-BE49-F238E27FC236}">
              <a16:creationId xmlns:a16="http://schemas.microsoft.com/office/drawing/2014/main" id="{93AAED1A-7A6A-5DC0-3B2D-89EFD1F30A3A}"/>
            </a:ext>
          </a:extLst>
        </p:cNvPr>
        <p:cNvGrpSpPr/>
        <p:nvPr/>
      </p:nvGrpSpPr>
      <p:grpSpPr>
        <a:xfrm>
          <a:off x="0" y="0"/>
          <a:ext cx="0" cy="0"/>
          <a:chOff x="0" y="0"/>
          <a:chExt cx="0" cy="0"/>
        </a:xfrm>
      </p:grpSpPr>
      <p:sp>
        <p:nvSpPr>
          <p:cNvPr id="535" name="Google Shape;535;g292a81341b2_3_46:notes">
            <a:extLst>
              <a:ext uri="{FF2B5EF4-FFF2-40B4-BE49-F238E27FC236}">
                <a16:creationId xmlns:a16="http://schemas.microsoft.com/office/drawing/2014/main" id="{5F250D46-70C2-670C-8855-CC4D53B796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536" name="Google Shape;536;g292a81341b2_3_46:notes">
            <a:extLst>
              <a:ext uri="{FF2B5EF4-FFF2-40B4-BE49-F238E27FC236}">
                <a16:creationId xmlns:a16="http://schemas.microsoft.com/office/drawing/2014/main" id="{5D140D52-6F2D-18AA-3D87-6690C6CBA8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60128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292a81341b2_2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23" name="Google Shape;423;g292a81341b2_2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10" name="Google Shape;10;p2"/>
          <p:cNvSpPr txBox="1">
            <a:spLocks noGrp="1"/>
          </p:cNvSpPr>
          <p:nvPr>
            <p:ph type="ctrTitle"/>
          </p:nvPr>
        </p:nvSpPr>
        <p:spPr>
          <a:xfrm>
            <a:off x="1234950" y="1398100"/>
            <a:ext cx="6486900" cy="15606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200"/>
              <a:buNone/>
              <a:defRPr sz="5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4572000" y="3461550"/>
            <a:ext cx="2947500" cy="3900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5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2" name="Google Shape;12;p2"/>
          <p:cNvGrpSpPr/>
          <p:nvPr/>
        </p:nvGrpSpPr>
        <p:grpSpPr>
          <a:xfrm>
            <a:off x="-268674" y="-322162"/>
            <a:ext cx="9371984" cy="3960713"/>
            <a:chOff x="-268674" y="-322162"/>
            <a:chExt cx="9371984" cy="3960713"/>
          </a:xfrm>
        </p:grpSpPr>
        <p:grpSp>
          <p:nvGrpSpPr>
            <p:cNvPr id="13" name="Google Shape;13;p2"/>
            <p:cNvGrpSpPr/>
            <p:nvPr/>
          </p:nvGrpSpPr>
          <p:grpSpPr>
            <a:xfrm>
              <a:off x="225762" y="151638"/>
              <a:ext cx="8692477" cy="1388125"/>
              <a:chOff x="225762" y="151638"/>
              <a:chExt cx="8692477" cy="1388125"/>
            </a:xfrm>
          </p:grpSpPr>
          <p:pic>
            <p:nvPicPr>
              <p:cNvPr id="14" name="Google Shape;14;p2"/>
              <p:cNvPicPr preferRelativeResize="0"/>
              <p:nvPr/>
            </p:nvPicPr>
            <p:blipFill>
              <a:blip r:embed="rId2">
                <a:alphaModFix/>
              </a:blip>
              <a:stretch>
                <a:fillRect/>
              </a:stretch>
            </p:blipFill>
            <p:spPr>
              <a:xfrm rot="10800000">
                <a:off x="6955037" y="151638"/>
                <a:ext cx="1963202" cy="1388125"/>
              </a:xfrm>
              <a:prstGeom prst="rect">
                <a:avLst/>
              </a:prstGeom>
              <a:noFill/>
              <a:ln>
                <a:noFill/>
              </a:ln>
            </p:spPr>
          </p:pic>
          <p:pic>
            <p:nvPicPr>
              <p:cNvPr id="15" name="Google Shape;15;p2"/>
              <p:cNvPicPr preferRelativeResize="0"/>
              <p:nvPr/>
            </p:nvPicPr>
            <p:blipFill>
              <a:blip r:embed="rId2">
                <a:alphaModFix/>
              </a:blip>
              <a:stretch>
                <a:fillRect/>
              </a:stretch>
            </p:blipFill>
            <p:spPr>
              <a:xfrm rot="10800000" flipH="1">
                <a:off x="225762" y="151638"/>
                <a:ext cx="1963202" cy="1388125"/>
              </a:xfrm>
              <a:prstGeom prst="rect">
                <a:avLst/>
              </a:prstGeom>
              <a:noFill/>
              <a:ln>
                <a:noFill/>
              </a:ln>
            </p:spPr>
          </p:pic>
        </p:grpSp>
        <p:pic>
          <p:nvPicPr>
            <p:cNvPr id="16" name="Google Shape;16;p2"/>
            <p:cNvPicPr preferRelativeResize="0"/>
            <p:nvPr/>
          </p:nvPicPr>
          <p:blipFill>
            <a:blip r:embed="rId3">
              <a:alphaModFix/>
            </a:blip>
            <a:stretch>
              <a:fillRect/>
            </a:stretch>
          </p:blipFill>
          <p:spPr>
            <a:xfrm rot="5400000">
              <a:off x="7371875" y="1504250"/>
              <a:ext cx="2700599" cy="506600"/>
            </a:xfrm>
            <a:prstGeom prst="rect">
              <a:avLst/>
            </a:prstGeom>
            <a:noFill/>
            <a:ln>
              <a:noFill/>
            </a:ln>
          </p:spPr>
        </p:pic>
        <p:pic>
          <p:nvPicPr>
            <p:cNvPr id="17" name="Google Shape;17;p2"/>
            <p:cNvPicPr preferRelativeResize="0"/>
            <p:nvPr/>
          </p:nvPicPr>
          <p:blipFill rotWithShape="1">
            <a:blip r:embed="rId4">
              <a:alphaModFix/>
            </a:blip>
            <a:srcRect t="53278"/>
            <a:stretch/>
          </p:blipFill>
          <p:spPr>
            <a:xfrm rot="10800000">
              <a:off x="-268674" y="2723000"/>
              <a:ext cx="1861925" cy="915551"/>
            </a:xfrm>
            <a:prstGeom prst="rect">
              <a:avLst/>
            </a:prstGeom>
            <a:noFill/>
            <a:ln>
              <a:noFill/>
            </a:ln>
          </p:spPr>
        </p:pic>
        <p:pic>
          <p:nvPicPr>
            <p:cNvPr id="18" name="Google Shape;18;p2"/>
            <p:cNvPicPr preferRelativeResize="0"/>
            <p:nvPr/>
          </p:nvPicPr>
          <p:blipFill>
            <a:blip r:embed="rId4">
              <a:alphaModFix/>
            </a:blip>
            <a:stretch>
              <a:fillRect/>
            </a:stretch>
          </p:blipFill>
          <p:spPr>
            <a:xfrm rot="-5400000">
              <a:off x="7192572" y="-370975"/>
              <a:ext cx="1861925" cy="1959549"/>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3"/>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21" name="Google Shape;21;p3"/>
          <p:cNvSpPr txBox="1">
            <a:spLocks noGrp="1"/>
          </p:cNvSpPr>
          <p:nvPr>
            <p:ph type="title"/>
          </p:nvPr>
        </p:nvSpPr>
        <p:spPr>
          <a:xfrm>
            <a:off x="1902336" y="2352475"/>
            <a:ext cx="5067600" cy="1047000"/>
          </a:xfrm>
          <a:prstGeom prst="rect">
            <a:avLst/>
          </a:prstGeom>
          <a:solidFill>
            <a:schemeClr val="lt1"/>
          </a:solidFill>
        </p:spPr>
        <p:txBody>
          <a:bodyPr spcFirstLastPara="1" wrap="square" lIns="91425" tIns="91425" rIns="91425" bIns="91425" anchor="b" anchorCtr="0">
            <a:noAutofit/>
          </a:bodyPr>
          <a:lstStyle>
            <a:lvl1pPr lvl="0">
              <a:lnSpc>
                <a:spcPct val="115000"/>
              </a:lnSpc>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 name="Google Shape;22;p3"/>
          <p:cNvSpPr txBox="1">
            <a:spLocks noGrp="1"/>
          </p:cNvSpPr>
          <p:nvPr>
            <p:ph type="title" idx="2" hasCustomPrompt="1"/>
          </p:nvPr>
        </p:nvSpPr>
        <p:spPr>
          <a:xfrm>
            <a:off x="2042402" y="1436575"/>
            <a:ext cx="1995000" cy="9159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15000"/>
              </a:lnSpc>
              <a:spcBef>
                <a:spcPts val="0"/>
              </a:spcBef>
              <a:spcAft>
                <a:spcPts val="0"/>
              </a:spcAft>
              <a:buClr>
                <a:schemeClr val="lt1"/>
              </a:buClr>
              <a:buSzPts val="6000"/>
              <a:buNone/>
              <a:defRPr sz="6000">
                <a:solidFill>
                  <a:schemeClr val="accent3"/>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3" name="Google Shape;23;p3"/>
          <p:cNvSpPr txBox="1">
            <a:spLocks noGrp="1"/>
          </p:cNvSpPr>
          <p:nvPr>
            <p:ph type="subTitle" idx="1"/>
          </p:nvPr>
        </p:nvSpPr>
        <p:spPr>
          <a:xfrm>
            <a:off x="1902324" y="3344388"/>
            <a:ext cx="5067600" cy="375000"/>
          </a:xfrm>
          <a:prstGeom prst="rect">
            <a:avLst/>
          </a:prstGeom>
          <a:solidFill>
            <a:schemeClr val="lt1"/>
          </a:solidFill>
        </p:spPr>
        <p:txBody>
          <a:bodyPr spcFirstLastPara="1" wrap="square" lIns="91425" tIns="91425" rIns="91425" bIns="91425" anchor="t" anchorCtr="0">
            <a:noAutofit/>
          </a:bodyPr>
          <a:lstStyle>
            <a:lvl1pPr lvl="0" rtl="0">
              <a:spcBef>
                <a:spcPts val="0"/>
              </a:spcBef>
              <a:spcAft>
                <a:spcPts val="0"/>
              </a:spcAft>
              <a:buSzPts val="1400"/>
              <a:buNone/>
              <a:defRPr sz="15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4"/>
        <p:cNvGrpSpPr/>
        <p:nvPr/>
      </p:nvGrpSpPr>
      <p:grpSpPr>
        <a:xfrm>
          <a:off x="0" y="0"/>
          <a:ext cx="0" cy="0"/>
          <a:chOff x="0" y="0"/>
          <a:chExt cx="0" cy="0"/>
        </a:xfrm>
      </p:grpSpPr>
      <p:sp>
        <p:nvSpPr>
          <p:cNvPr id="25" name="Google Shape;25;p4"/>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26" name="Google Shape;26;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 name="Google Shape;27;p4"/>
          <p:cNvSpPr txBox="1">
            <a:spLocks noGrp="1"/>
          </p:cNvSpPr>
          <p:nvPr>
            <p:ph type="body" idx="1"/>
          </p:nvPr>
        </p:nvSpPr>
        <p:spPr>
          <a:xfrm>
            <a:off x="720000" y="1063350"/>
            <a:ext cx="7704000" cy="3369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Font typeface="Nunito Light"/>
              <a:buChar char="●"/>
              <a:defRPr sz="1200"/>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grpSp>
        <p:nvGrpSpPr>
          <p:cNvPr id="28" name="Google Shape;28;p4"/>
          <p:cNvGrpSpPr/>
          <p:nvPr/>
        </p:nvGrpSpPr>
        <p:grpSpPr>
          <a:xfrm>
            <a:off x="117372" y="1337863"/>
            <a:ext cx="8848827" cy="2467774"/>
            <a:chOff x="117372" y="1337863"/>
            <a:chExt cx="8848827" cy="2467774"/>
          </a:xfrm>
        </p:grpSpPr>
        <p:pic>
          <p:nvPicPr>
            <p:cNvPr id="29" name="Google Shape;29;p4"/>
            <p:cNvPicPr preferRelativeResize="0"/>
            <p:nvPr/>
          </p:nvPicPr>
          <p:blipFill rotWithShape="1">
            <a:blip r:embed="rId2">
              <a:alphaModFix/>
            </a:blip>
            <a:srcRect b="23112"/>
            <a:stretch/>
          </p:blipFill>
          <p:spPr>
            <a:xfrm rot="-5400000">
              <a:off x="7499961" y="2339387"/>
              <a:ext cx="2467751" cy="464725"/>
            </a:xfrm>
            <a:prstGeom prst="rect">
              <a:avLst/>
            </a:prstGeom>
            <a:noFill/>
            <a:ln>
              <a:noFill/>
            </a:ln>
          </p:spPr>
        </p:pic>
        <p:pic>
          <p:nvPicPr>
            <p:cNvPr id="30" name="Google Shape;30;p4"/>
            <p:cNvPicPr preferRelativeResize="0"/>
            <p:nvPr/>
          </p:nvPicPr>
          <p:blipFill>
            <a:blip r:embed="rId3">
              <a:alphaModFix/>
            </a:blip>
            <a:stretch>
              <a:fillRect/>
            </a:stretch>
          </p:blipFill>
          <p:spPr>
            <a:xfrm rot="5400000">
              <a:off x="-885049" y="2340284"/>
              <a:ext cx="2467774" cy="462933"/>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4"/>
        <p:cNvGrpSpPr/>
        <p:nvPr/>
      </p:nvGrpSpPr>
      <p:grpSpPr>
        <a:xfrm>
          <a:off x="0" y="0"/>
          <a:ext cx="0" cy="0"/>
          <a:chOff x="0" y="0"/>
          <a:chExt cx="0" cy="0"/>
        </a:xfrm>
      </p:grpSpPr>
      <p:sp>
        <p:nvSpPr>
          <p:cNvPr id="45" name="Google Shape;45;p6"/>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46" name="Google Shape;46;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47" name="Google Shape;47;p6"/>
          <p:cNvGrpSpPr/>
          <p:nvPr/>
        </p:nvGrpSpPr>
        <p:grpSpPr>
          <a:xfrm>
            <a:off x="-539705" y="-195092"/>
            <a:ext cx="9784805" cy="5424242"/>
            <a:chOff x="-539705" y="-195092"/>
            <a:chExt cx="9784805" cy="5424242"/>
          </a:xfrm>
        </p:grpSpPr>
        <p:grpSp>
          <p:nvGrpSpPr>
            <p:cNvPr id="48" name="Google Shape;48;p6"/>
            <p:cNvGrpSpPr/>
            <p:nvPr/>
          </p:nvGrpSpPr>
          <p:grpSpPr>
            <a:xfrm rot="899960">
              <a:off x="-340854" y="-99825"/>
              <a:ext cx="955046" cy="1662400"/>
              <a:chOff x="-191200" y="-67425"/>
              <a:chExt cx="955075" cy="1662450"/>
            </a:xfrm>
          </p:grpSpPr>
          <p:cxnSp>
            <p:nvCxnSpPr>
              <p:cNvPr id="49" name="Google Shape;49;p6"/>
              <p:cNvCxnSpPr/>
              <p:nvPr/>
            </p:nvCxnSpPr>
            <p:spPr>
              <a:xfrm flipH="1">
                <a:off x="331275" y="-67425"/>
                <a:ext cx="432600" cy="685200"/>
              </a:xfrm>
              <a:prstGeom prst="straightConnector1">
                <a:avLst/>
              </a:prstGeom>
              <a:noFill/>
              <a:ln w="9525" cap="flat" cmpd="sng">
                <a:solidFill>
                  <a:schemeClr val="dk2"/>
                </a:solidFill>
                <a:prstDash val="solid"/>
                <a:round/>
                <a:headEnd type="none" w="med" len="med"/>
                <a:tailEnd type="oval" w="med" len="med"/>
              </a:ln>
            </p:spPr>
          </p:cxnSp>
          <p:cxnSp>
            <p:nvCxnSpPr>
              <p:cNvPr id="50" name="Google Shape;50;p6"/>
              <p:cNvCxnSpPr/>
              <p:nvPr/>
            </p:nvCxnSpPr>
            <p:spPr>
              <a:xfrm flipH="1">
                <a:off x="-191200" y="247125"/>
                <a:ext cx="865200" cy="1347900"/>
              </a:xfrm>
              <a:prstGeom prst="straightConnector1">
                <a:avLst/>
              </a:prstGeom>
              <a:noFill/>
              <a:ln w="9525" cap="flat" cmpd="sng">
                <a:solidFill>
                  <a:schemeClr val="accent1"/>
                </a:solidFill>
                <a:prstDash val="solid"/>
                <a:round/>
                <a:headEnd type="oval" w="med" len="med"/>
                <a:tailEnd type="none" w="med" len="med"/>
              </a:ln>
            </p:spPr>
          </p:cxnSp>
        </p:grpSp>
        <p:sp>
          <p:nvSpPr>
            <p:cNvPr id="51" name="Google Shape;51;p6"/>
            <p:cNvSpPr/>
            <p:nvPr/>
          </p:nvSpPr>
          <p:spPr>
            <a:xfrm>
              <a:off x="3881150" y="3437425"/>
              <a:ext cx="5363950" cy="1438325"/>
            </a:xfrm>
            <a:custGeom>
              <a:avLst/>
              <a:gdLst/>
              <a:ahLst/>
              <a:cxnLst/>
              <a:rect l="l" t="t" r="r" b="b"/>
              <a:pathLst>
                <a:path w="214558" h="57533" extrusionOk="0">
                  <a:moveTo>
                    <a:pt x="214558" y="0"/>
                  </a:moveTo>
                  <a:lnTo>
                    <a:pt x="192990" y="29881"/>
                  </a:lnTo>
                  <a:lnTo>
                    <a:pt x="192990" y="53696"/>
                  </a:lnTo>
                  <a:lnTo>
                    <a:pt x="172545" y="53696"/>
                  </a:lnTo>
                  <a:lnTo>
                    <a:pt x="170330" y="57533"/>
                  </a:lnTo>
                  <a:lnTo>
                    <a:pt x="143563" y="57533"/>
                  </a:lnTo>
                  <a:lnTo>
                    <a:pt x="140409" y="54379"/>
                  </a:lnTo>
                  <a:lnTo>
                    <a:pt x="99977" y="54379"/>
                  </a:lnTo>
                  <a:lnTo>
                    <a:pt x="0" y="54379"/>
                  </a:lnTo>
                </a:path>
              </a:pathLst>
            </a:custGeom>
            <a:noFill/>
            <a:ln w="9525" cap="flat" cmpd="sng">
              <a:solidFill>
                <a:schemeClr val="dk2"/>
              </a:solidFill>
              <a:prstDash val="solid"/>
              <a:round/>
              <a:headEnd type="none" w="med" len="med"/>
              <a:tailEnd type="oval" w="med" len="med"/>
            </a:ln>
          </p:spPr>
          <p:txBody>
            <a:bodyPr/>
            <a:lstStyle/>
            <a:p>
              <a:endParaRPr lang="en-IN"/>
            </a:p>
          </p:txBody>
        </p:sp>
        <p:sp>
          <p:nvSpPr>
            <p:cNvPr id="52" name="Google Shape;52;p6"/>
            <p:cNvSpPr/>
            <p:nvPr/>
          </p:nvSpPr>
          <p:spPr>
            <a:xfrm>
              <a:off x="3785650" y="4684225"/>
              <a:ext cx="1984050" cy="544925"/>
            </a:xfrm>
            <a:custGeom>
              <a:avLst/>
              <a:gdLst/>
              <a:ahLst/>
              <a:cxnLst/>
              <a:rect l="l" t="t" r="r" b="b"/>
              <a:pathLst>
                <a:path w="79362" h="21797" extrusionOk="0">
                  <a:moveTo>
                    <a:pt x="0" y="21797"/>
                  </a:moveTo>
                  <a:lnTo>
                    <a:pt x="15952" y="2476"/>
                  </a:lnTo>
                  <a:lnTo>
                    <a:pt x="30106" y="2476"/>
                  </a:lnTo>
                  <a:lnTo>
                    <a:pt x="36284" y="8654"/>
                  </a:lnTo>
                  <a:lnTo>
                    <a:pt x="74366" y="8654"/>
                  </a:lnTo>
                  <a:lnTo>
                    <a:pt x="79362" y="0"/>
                  </a:lnTo>
                </a:path>
              </a:pathLst>
            </a:custGeom>
            <a:noFill/>
            <a:ln w="9525" cap="flat" cmpd="sng">
              <a:solidFill>
                <a:schemeClr val="dk2"/>
              </a:solidFill>
              <a:prstDash val="solid"/>
              <a:round/>
              <a:headEnd type="none" w="med" len="med"/>
              <a:tailEnd type="oval" w="med" len="med"/>
            </a:ln>
          </p:spPr>
          <p:txBody>
            <a:bodyPr/>
            <a:lstStyle/>
            <a:p>
              <a:endParaRPr lang="en-IN"/>
            </a:p>
          </p:txBody>
        </p:sp>
        <p:cxnSp>
          <p:nvCxnSpPr>
            <p:cNvPr id="53" name="Google Shape;53;p6"/>
            <p:cNvCxnSpPr/>
            <p:nvPr/>
          </p:nvCxnSpPr>
          <p:spPr>
            <a:xfrm>
              <a:off x="8599175" y="4156375"/>
              <a:ext cx="0" cy="1067100"/>
            </a:xfrm>
            <a:prstGeom prst="straightConnector1">
              <a:avLst/>
            </a:prstGeom>
            <a:noFill/>
            <a:ln w="9525" cap="flat" cmpd="sng">
              <a:solidFill>
                <a:schemeClr val="accent1"/>
              </a:solidFill>
              <a:prstDash val="solid"/>
              <a:round/>
              <a:headEnd type="oval" w="med" len="med"/>
              <a:tailEnd type="none" w="med" len="med"/>
            </a:ln>
          </p:spPr>
        </p:cxnSp>
      </p:grpSp>
      <p:pic>
        <p:nvPicPr>
          <p:cNvPr id="54" name="Google Shape;54;p6"/>
          <p:cNvPicPr preferRelativeResize="0"/>
          <p:nvPr/>
        </p:nvPicPr>
        <p:blipFill>
          <a:blip r:embed="rId2">
            <a:alphaModFix/>
          </a:blip>
          <a:stretch>
            <a:fillRect/>
          </a:stretch>
        </p:blipFill>
        <p:spPr>
          <a:xfrm>
            <a:off x="8024899" y="4658424"/>
            <a:ext cx="456876" cy="24295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1"/>
        <p:cNvGrpSpPr/>
        <p:nvPr/>
      </p:nvGrpSpPr>
      <p:grpSpPr>
        <a:xfrm>
          <a:off x="0" y="0"/>
          <a:ext cx="0" cy="0"/>
          <a:chOff x="0" y="0"/>
          <a:chExt cx="0" cy="0"/>
        </a:xfrm>
      </p:grpSpPr>
      <p:sp>
        <p:nvSpPr>
          <p:cNvPr id="72" name="Google Shape;72;p9"/>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73" name="Google Shape;73;p9"/>
          <p:cNvSpPr txBox="1">
            <a:spLocks noGrp="1"/>
          </p:cNvSpPr>
          <p:nvPr>
            <p:ph type="title"/>
          </p:nvPr>
        </p:nvSpPr>
        <p:spPr>
          <a:xfrm>
            <a:off x="2135550" y="1522704"/>
            <a:ext cx="4872900" cy="15018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800"/>
              <a:buNone/>
              <a:defRPr sz="86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74" name="Google Shape;74;p9"/>
          <p:cNvSpPr txBox="1">
            <a:spLocks noGrp="1"/>
          </p:cNvSpPr>
          <p:nvPr>
            <p:ph type="subTitle" idx="1"/>
          </p:nvPr>
        </p:nvSpPr>
        <p:spPr>
          <a:xfrm>
            <a:off x="2135550" y="2842638"/>
            <a:ext cx="4872900" cy="67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5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82"/>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04"/>
        <p:cNvGrpSpPr/>
        <p:nvPr/>
      </p:nvGrpSpPr>
      <p:grpSpPr>
        <a:xfrm>
          <a:off x="0" y="0"/>
          <a:ext cx="0" cy="0"/>
          <a:chOff x="0" y="0"/>
          <a:chExt cx="0" cy="0"/>
        </a:xfrm>
      </p:grpSpPr>
      <p:sp>
        <p:nvSpPr>
          <p:cNvPr id="105" name="Google Shape;105;p14"/>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106" name="Google Shape;106;p14"/>
          <p:cNvSpPr txBox="1">
            <a:spLocks noGrp="1"/>
          </p:cNvSpPr>
          <p:nvPr>
            <p:ph type="title"/>
          </p:nvPr>
        </p:nvSpPr>
        <p:spPr>
          <a:xfrm>
            <a:off x="2133775" y="3054750"/>
            <a:ext cx="6297000" cy="6618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3000"/>
              <a:buN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07" name="Google Shape;107;p14"/>
          <p:cNvSpPr txBox="1">
            <a:spLocks noGrp="1"/>
          </p:cNvSpPr>
          <p:nvPr>
            <p:ph type="subTitle" idx="1"/>
          </p:nvPr>
        </p:nvSpPr>
        <p:spPr>
          <a:xfrm>
            <a:off x="2133600" y="1426950"/>
            <a:ext cx="6297000" cy="162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25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_1">
    <p:spTree>
      <p:nvGrpSpPr>
        <p:cNvPr id="1" name="Shape 223"/>
        <p:cNvGrpSpPr/>
        <p:nvPr/>
      </p:nvGrpSpPr>
      <p:grpSpPr>
        <a:xfrm>
          <a:off x="0" y="0"/>
          <a:ext cx="0" cy="0"/>
          <a:chOff x="0" y="0"/>
          <a:chExt cx="0" cy="0"/>
        </a:xfrm>
      </p:grpSpPr>
      <p:sp>
        <p:nvSpPr>
          <p:cNvPr id="224" name="Google Shape;224;p27"/>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225" name="Google Shape;225;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26" name="Google Shape;226;p27"/>
          <p:cNvSpPr txBox="1">
            <a:spLocks noGrp="1"/>
          </p:cNvSpPr>
          <p:nvPr>
            <p:ph type="subTitle" idx="1"/>
          </p:nvPr>
        </p:nvSpPr>
        <p:spPr>
          <a:xfrm>
            <a:off x="4845613" y="1731125"/>
            <a:ext cx="3424200" cy="21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7" name="Google Shape;227;p27"/>
          <p:cNvSpPr txBox="1">
            <a:spLocks noGrp="1"/>
          </p:cNvSpPr>
          <p:nvPr>
            <p:ph type="subTitle" idx="2"/>
          </p:nvPr>
        </p:nvSpPr>
        <p:spPr>
          <a:xfrm>
            <a:off x="874188" y="1731125"/>
            <a:ext cx="3424200" cy="21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228" name="Google Shape;228;p27"/>
          <p:cNvGrpSpPr/>
          <p:nvPr/>
        </p:nvGrpSpPr>
        <p:grpSpPr>
          <a:xfrm>
            <a:off x="277425" y="4604002"/>
            <a:ext cx="3542749" cy="419800"/>
            <a:chOff x="277425" y="4604002"/>
            <a:chExt cx="3542749" cy="419800"/>
          </a:xfrm>
        </p:grpSpPr>
        <p:pic>
          <p:nvPicPr>
            <p:cNvPr id="229" name="Google Shape;229;p27"/>
            <p:cNvPicPr preferRelativeResize="0"/>
            <p:nvPr/>
          </p:nvPicPr>
          <p:blipFill rotWithShape="1">
            <a:blip r:embed="rId2">
              <a:alphaModFix/>
            </a:blip>
            <a:srcRect t="26724"/>
            <a:stretch/>
          </p:blipFill>
          <p:spPr>
            <a:xfrm>
              <a:off x="277425" y="4604002"/>
              <a:ext cx="2467749" cy="419800"/>
            </a:xfrm>
            <a:prstGeom prst="rect">
              <a:avLst/>
            </a:prstGeom>
            <a:noFill/>
            <a:ln>
              <a:noFill/>
            </a:ln>
          </p:spPr>
        </p:pic>
        <p:pic>
          <p:nvPicPr>
            <p:cNvPr id="230" name="Google Shape;230;p27"/>
            <p:cNvPicPr preferRelativeResize="0"/>
            <p:nvPr/>
          </p:nvPicPr>
          <p:blipFill rotWithShape="1">
            <a:blip r:embed="rId2">
              <a:alphaModFix/>
            </a:blip>
            <a:srcRect t="26724"/>
            <a:stretch/>
          </p:blipFill>
          <p:spPr>
            <a:xfrm>
              <a:off x="1352425" y="4604002"/>
              <a:ext cx="2467749" cy="419800"/>
            </a:xfrm>
            <a:prstGeom prst="rect">
              <a:avLst/>
            </a:prstGeom>
            <a:noFill/>
            <a:ln>
              <a:noFill/>
            </a:ln>
          </p:spPr>
        </p:pic>
      </p:grpSp>
      <p:grpSp>
        <p:nvGrpSpPr>
          <p:cNvPr id="231" name="Google Shape;231;p27"/>
          <p:cNvGrpSpPr/>
          <p:nvPr/>
        </p:nvGrpSpPr>
        <p:grpSpPr>
          <a:xfrm rot="10800000">
            <a:off x="568325" y="4633850"/>
            <a:ext cx="5797550" cy="230250"/>
            <a:chOff x="5873750" y="218475"/>
            <a:chExt cx="5797550" cy="230250"/>
          </a:xfrm>
        </p:grpSpPr>
        <p:cxnSp>
          <p:nvCxnSpPr>
            <p:cNvPr id="232" name="Google Shape;232;p27"/>
            <p:cNvCxnSpPr/>
            <p:nvPr/>
          </p:nvCxnSpPr>
          <p:spPr>
            <a:xfrm>
              <a:off x="5873750" y="290288"/>
              <a:ext cx="1981200" cy="0"/>
            </a:xfrm>
            <a:prstGeom prst="straightConnector1">
              <a:avLst/>
            </a:prstGeom>
            <a:noFill/>
            <a:ln w="9525" cap="flat" cmpd="sng">
              <a:solidFill>
                <a:schemeClr val="accent1"/>
              </a:solidFill>
              <a:prstDash val="solid"/>
              <a:round/>
              <a:headEnd type="oval" w="med" len="med"/>
              <a:tailEnd type="none" w="med" len="med"/>
            </a:ln>
          </p:spPr>
        </p:cxnSp>
        <p:sp>
          <p:nvSpPr>
            <p:cNvPr id="233" name="Google Shape;233;p27"/>
            <p:cNvSpPr/>
            <p:nvPr/>
          </p:nvSpPr>
          <p:spPr>
            <a:xfrm>
              <a:off x="6800850" y="218475"/>
              <a:ext cx="4870450" cy="230250"/>
            </a:xfrm>
            <a:custGeom>
              <a:avLst/>
              <a:gdLst/>
              <a:ahLst/>
              <a:cxnLst/>
              <a:rect l="l" t="t" r="r" b="b"/>
              <a:pathLst>
                <a:path w="194818" h="9210" extrusionOk="0">
                  <a:moveTo>
                    <a:pt x="194818" y="0"/>
                  </a:moveTo>
                  <a:lnTo>
                    <a:pt x="43688" y="233"/>
                  </a:lnTo>
                  <a:lnTo>
                    <a:pt x="38505" y="9210"/>
                  </a:lnTo>
                  <a:lnTo>
                    <a:pt x="10160" y="9210"/>
                  </a:lnTo>
                  <a:lnTo>
                    <a:pt x="0" y="9210"/>
                  </a:lnTo>
                </a:path>
              </a:pathLst>
            </a:custGeom>
            <a:noFill/>
            <a:ln w="9525" cap="flat" cmpd="sng">
              <a:solidFill>
                <a:schemeClr val="lt2"/>
              </a:solidFill>
              <a:prstDash val="solid"/>
              <a:round/>
              <a:headEnd type="none" w="med" len="med"/>
              <a:tailEnd type="oval" w="med" len="med"/>
            </a:ln>
          </p:spPr>
          <p:txBody>
            <a:bodyPr/>
            <a:lstStyle/>
            <a:p>
              <a:endParaRPr lang="en-IN"/>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CUSTOM_9">
    <p:bg>
      <p:bgPr>
        <a:solidFill>
          <a:schemeClr val="lt1"/>
        </a:solidFill>
        <a:effectLst/>
      </p:bgPr>
    </p:bg>
    <p:spTree>
      <p:nvGrpSpPr>
        <p:cNvPr id="1" name="Shape 350"/>
        <p:cNvGrpSpPr/>
        <p:nvPr/>
      </p:nvGrpSpPr>
      <p:grpSpPr>
        <a:xfrm>
          <a:off x="0" y="0"/>
          <a:ext cx="0" cy="0"/>
          <a:chOff x="0" y="0"/>
          <a:chExt cx="0" cy="0"/>
        </a:xfrm>
      </p:grpSpPr>
      <p:sp>
        <p:nvSpPr>
          <p:cNvPr id="351" name="Google Shape;351;p35"/>
          <p:cNvSpPr/>
          <p:nvPr/>
        </p:nvSpPr>
        <p:spPr>
          <a:xfrm>
            <a:off x="182700" y="151650"/>
            <a:ext cx="8778600" cy="4840200"/>
          </a:xfrm>
          <a:prstGeom prst="snip1Rect">
            <a:avLst>
              <a:gd name="adj" fmla="val 448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grpSp>
        <p:nvGrpSpPr>
          <p:cNvPr id="352" name="Google Shape;352;p35"/>
          <p:cNvGrpSpPr/>
          <p:nvPr/>
        </p:nvGrpSpPr>
        <p:grpSpPr>
          <a:xfrm>
            <a:off x="-113450" y="-1649725"/>
            <a:ext cx="9394610" cy="8421100"/>
            <a:chOff x="-113450" y="-1649725"/>
            <a:chExt cx="9394610" cy="8421100"/>
          </a:xfrm>
        </p:grpSpPr>
        <p:grpSp>
          <p:nvGrpSpPr>
            <p:cNvPr id="353" name="Google Shape;353;p35"/>
            <p:cNvGrpSpPr/>
            <p:nvPr/>
          </p:nvGrpSpPr>
          <p:grpSpPr>
            <a:xfrm>
              <a:off x="-113450" y="-1649725"/>
              <a:ext cx="8689100" cy="5214600"/>
              <a:chOff x="-113450" y="-1649725"/>
              <a:chExt cx="8689100" cy="5214600"/>
            </a:xfrm>
          </p:grpSpPr>
          <p:sp>
            <p:nvSpPr>
              <p:cNvPr id="354" name="Google Shape;354;p35"/>
              <p:cNvSpPr/>
              <p:nvPr/>
            </p:nvSpPr>
            <p:spPr>
              <a:xfrm>
                <a:off x="-113450" y="0"/>
                <a:ext cx="363625" cy="3564875"/>
              </a:xfrm>
              <a:custGeom>
                <a:avLst/>
                <a:gdLst/>
                <a:ahLst/>
                <a:cxnLst/>
                <a:rect l="l" t="t" r="r" b="b"/>
                <a:pathLst>
                  <a:path w="14545" h="142595" extrusionOk="0">
                    <a:moveTo>
                      <a:pt x="8343" y="-1516"/>
                    </a:moveTo>
                    <a:lnTo>
                      <a:pt x="11756" y="13274"/>
                    </a:lnTo>
                    <a:lnTo>
                      <a:pt x="18393" y="13274"/>
                    </a:lnTo>
                    <a:lnTo>
                      <a:pt x="18393" y="73384"/>
                    </a:lnTo>
                    <a:lnTo>
                      <a:pt x="22888" y="81170"/>
                    </a:lnTo>
                    <a:lnTo>
                      <a:pt x="22888" y="141079"/>
                    </a:lnTo>
                  </a:path>
                </a:pathLst>
              </a:custGeom>
              <a:noFill/>
              <a:ln w="9525" cap="flat" cmpd="sng">
                <a:solidFill>
                  <a:schemeClr val="accent1"/>
                </a:solidFill>
                <a:prstDash val="solid"/>
                <a:round/>
                <a:headEnd type="none" w="med" len="med"/>
                <a:tailEnd type="oval" w="med" len="med"/>
              </a:ln>
            </p:spPr>
            <p:txBody>
              <a:bodyPr/>
              <a:lstStyle/>
              <a:p>
                <a:endParaRPr lang="en-IN"/>
              </a:p>
            </p:txBody>
          </p:sp>
          <p:sp>
            <p:nvSpPr>
              <p:cNvPr id="355" name="Google Shape;355;p35"/>
              <p:cNvSpPr/>
              <p:nvPr/>
            </p:nvSpPr>
            <p:spPr>
              <a:xfrm>
                <a:off x="221725" y="-1649725"/>
                <a:ext cx="203525" cy="3086100"/>
              </a:xfrm>
              <a:custGeom>
                <a:avLst/>
                <a:gdLst/>
                <a:ahLst/>
                <a:cxnLst/>
                <a:rect l="l" t="t" r="r" b="b"/>
                <a:pathLst>
                  <a:path w="8141" h="123444" extrusionOk="0">
                    <a:moveTo>
                      <a:pt x="3010" y="0"/>
                    </a:moveTo>
                    <a:lnTo>
                      <a:pt x="3010" y="58214"/>
                    </a:lnTo>
                    <a:lnTo>
                      <a:pt x="0" y="63428"/>
                    </a:lnTo>
                    <a:lnTo>
                      <a:pt x="0" y="74522"/>
                    </a:lnTo>
                    <a:lnTo>
                      <a:pt x="8141" y="82664"/>
                    </a:lnTo>
                    <a:lnTo>
                      <a:pt x="8141" y="123444"/>
                    </a:lnTo>
                  </a:path>
                </a:pathLst>
              </a:custGeom>
              <a:noFill/>
              <a:ln w="9525" cap="flat" cmpd="sng">
                <a:solidFill>
                  <a:schemeClr val="dk1"/>
                </a:solidFill>
                <a:prstDash val="solid"/>
                <a:round/>
                <a:headEnd type="none" w="med" len="med"/>
                <a:tailEnd type="oval" w="med" len="med"/>
              </a:ln>
            </p:spPr>
            <p:txBody>
              <a:bodyPr/>
              <a:lstStyle/>
              <a:p>
                <a:endParaRPr lang="en-IN"/>
              </a:p>
            </p:txBody>
          </p:sp>
          <p:sp>
            <p:nvSpPr>
              <p:cNvPr id="356" name="Google Shape;356;p35"/>
              <p:cNvSpPr/>
              <p:nvPr/>
            </p:nvSpPr>
            <p:spPr>
              <a:xfrm>
                <a:off x="0" y="237025"/>
                <a:ext cx="8575650" cy="164450"/>
              </a:xfrm>
              <a:custGeom>
                <a:avLst/>
                <a:gdLst/>
                <a:ahLst/>
                <a:cxnLst/>
                <a:rect l="l" t="t" r="r" b="b"/>
                <a:pathLst>
                  <a:path w="343026" h="6578" extrusionOk="0">
                    <a:moveTo>
                      <a:pt x="0" y="0"/>
                    </a:moveTo>
                    <a:lnTo>
                      <a:pt x="59730" y="0"/>
                    </a:lnTo>
                    <a:lnTo>
                      <a:pt x="62166" y="4219"/>
                    </a:lnTo>
                    <a:lnTo>
                      <a:pt x="149801" y="4219"/>
                    </a:lnTo>
                    <a:lnTo>
                      <a:pt x="152197" y="70"/>
                    </a:lnTo>
                    <a:lnTo>
                      <a:pt x="161558" y="70"/>
                    </a:lnTo>
                    <a:lnTo>
                      <a:pt x="165315" y="6578"/>
                    </a:lnTo>
                    <a:lnTo>
                      <a:pt x="320651" y="6578"/>
                    </a:lnTo>
                    <a:lnTo>
                      <a:pt x="329039" y="1735"/>
                    </a:lnTo>
                    <a:lnTo>
                      <a:pt x="343026" y="1735"/>
                    </a:lnTo>
                  </a:path>
                </a:pathLst>
              </a:custGeom>
              <a:noFill/>
              <a:ln w="9525" cap="flat" cmpd="sng">
                <a:solidFill>
                  <a:schemeClr val="lt2"/>
                </a:solidFill>
                <a:prstDash val="solid"/>
                <a:round/>
                <a:headEnd type="none" w="med" len="med"/>
                <a:tailEnd type="oval" w="med" len="med"/>
              </a:ln>
            </p:spPr>
            <p:txBody>
              <a:bodyPr/>
              <a:lstStyle/>
              <a:p>
                <a:endParaRPr lang="en-IN"/>
              </a:p>
            </p:txBody>
          </p:sp>
        </p:grpSp>
        <p:grpSp>
          <p:nvGrpSpPr>
            <p:cNvPr id="357" name="Google Shape;357;p35"/>
            <p:cNvGrpSpPr/>
            <p:nvPr/>
          </p:nvGrpSpPr>
          <p:grpSpPr>
            <a:xfrm rot="10800000">
              <a:off x="553960" y="1556775"/>
              <a:ext cx="8727200" cy="5214600"/>
              <a:chOff x="-113450" y="-1649725"/>
              <a:chExt cx="8727200" cy="5214600"/>
            </a:xfrm>
          </p:grpSpPr>
          <p:sp>
            <p:nvSpPr>
              <p:cNvPr id="358" name="Google Shape;358;p35"/>
              <p:cNvSpPr/>
              <p:nvPr/>
            </p:nvSpPr>
            <p:spPr>
              <a:xfrm>
                <a:off x="-113450" y="0"/>
                <a:ext cx="363625" cy="3564875"/>
              </a:xfrm>
              <a:custGeom>
                <a:avLst/>
                <a:gdLst/>
                <a:ahLst/>
                <a:cxnLst/>
                <a:rect l="l" t="t" r="r" b="b"/>
                <a:pathLst>
                  <a:path w="14545" h="142595" extrusionOk="0">
                    <a:moveTo>
                      <a:pt x="8343" y="-1516"/>
                    </a:moveTo>
                    <a:lnTo>
                      <a:pt x="11756" y="13274"/>
                    </a:lnTo>
                    <a:lnTo>
                      <a:pt x="18393" y="13274"/>
                    </a:lnTo>
                    <a:lnTo>
                      <a:pt x="18393" y="73384"/>
                    </a:lnTo>
                    <a:lnTo>
                      <a:pt x="22888" y="81170"/>
                    </a:lnTo>
                    <a:lnTo>
                      <a:pt x="22888" y="141079"/>
                    </a:lnTo>
                  </a:path>
                </a:pathLst>
              </a:custGeom>
              <a:noFill/>
              <a:ln w="9525" cap="flat" cmpd="sng">
                <a:solidFill>
                  <a:schemeClr val="accent1"/>
                </a:solidFill>
                <a:prstDash val="solid"/>
                <a:round/>
                <a:headEnd type="none" w="med" len="med"/>
                <a:tailEnd type="oval" w="med" len="med"/>
              </a:ln>
            </p:spPr>
            <p:txBody>
              <a:bodyPr/>
              <a:lstStyle/>
              <a:p>
                <a:endParaRPr lang="en-IN"/>
              </a:p>
            </p:txBody>
          </p:sp>
          <p:sp>
            <p:nvSpPr>
              <p:cNvPr id="359" name="Google Shape;359;p35"/>
              <p:cNvSpPr/>
              <p:nvPr/>
            </p:nvSpPr>
            <p:spPr>
              <a:xfrm>
                <a:off x="221725" y="-1649725"/>
                <a:ext cx="203525" cy="3086100"/>
              </a:xfrm>
              <a:custGeom>
                <a:avLst/>
                <a:gdLst/>
                <a:ahLst/>
                <a:cxnLst/>
                <a:rect l="l" t="t" r="r" b="b"/>
                <a:pathLst>
                  <a:path w="8141" h="123444" extrusionOk="0">
                    <a:moveTo>
                      <a:pt x="3010" y="0"/>
                    </a:moveTo>
                    <a:lnTo>
                      <a:pt x="3010" y="58214"/>
                    </a:lnTo>
                    <a:lnTo>
                      <a:pt x="0" y="63428"/>
                    </a:lnTo>
                    <a:lnTo>
                      <a:pt x="0" y="74522"/>
                    </a:lnTo>
                    <a:lnTo>
                      <a:pt x="8141" y="82664"/>
                    </a:lnTo>
                    <a:lnTo>
                      <a:pt x="8141" y="123444"/>
                    </a:lnTo>
                  </a:path>
                </a:pathLst>
              </a:custGeom>
              <a:noFill/>
              <a:ln w="9525" cap="flat" cmpd="sng">
                <a:solidFill>
                  <a:schemeClr val="dk1"/>
                </a:solidFill>
                <a:prstDash val="solid"/>
                <a:round/>
                <a:headEnd type="none" w="med" len="med"/>
                <a:tailEnd type="oval" w="med" len="med"/>
              </a:ln>
            </p:spPr>
            <p:txBody>
              <a:bodyPr/>
              <a:lstStyle/>
              <a:p>
                <a:endParaRPr lang="en-IN"/>
              </a:p>
            </p:txBody>
          </p:sp>
          <p:sp>
            <p:nvSpPr>
              <p:cNvPr id="360" name="Google Shape;360;p35"/>
              <p:cNvSpPr/>
              <p:nvPr/>
            </p:nvSpPr>
            <p:spPr>
              <a:xfrm>
                <a:off x="38100" y="237025"/>
                <a:ext cx="8575650" cy="164450"/>
              </a:xfrm>
              <a:custGeom>
                <a:avLst/>
                <a:gdLst/>
                <a:ahLst/>
                <a:cxnLst/>
                <a:rect l="l" t="t" r="r" b="b"/>
                <a:pathLst>
                  <a:path w="343026" h="6578" extrusionOk="0">
                    <a:moveTo>
                      <a:pt x="0" y="0"/>
                    </a:moveTo>
                    <a:lnTo>
                      <a:pt x="59730" y="0"/>
                    </a:lnTo>
                    <a:lnTo>
                      <a:pt x="62166" y="4219"/>
                    </a:lnTo>
                    <a:lnTo>
                      <a:pt x="149801" y="4219"/>
                    </a:lnTo>
                    <a:lnTo>
                      <a:pt x="152197" y="70"/>
                    </a:lnTo>
                    <a:lnTo>
                      <a:pt x="161558" y="70"/>
                    </a:lnTo>
                    <a:lnTo>
                      <a:pt x="165315" y="6578"/>
                    </a:lnTo>
                    <a:lnTo>
                      <a:pt x="320651" y="6578"/>
                    </a:lnTo>
                    <a:lnTo>
                      <a:pt x="329039" y="1735"/>
                    </a:lnTo>
                    <a:lnTo>
                      <a:pt x="343026" y="1735"/>
                    </a:lnTo>
                  </a:path>
                </a:pathLst>
              </a:custGeom>
              <a:noFill/>
              <a:ln w="9525" cap="flat" cmpd="sng">
                <a:solidFill>
                  <a:schemeClr val="lt2"/>
                </a:solidFill>
                <a:prstDash val="solid"/>
                <a:round/>
                <a:headEnd type="none" w="med" len="med"/>
                <a:tailEnd type="oval" w="med" len="med"/>
              </a:ln>
            </p:spPr>
            <p:txBody>
              <a:bodyPr/>
              <a:lstStyle/>
              <a:p>
                <a:endParaRPr lang="en-IN"/>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61"/>
        <p:cNvGrpSpPr/>
        <p:nvPr/>
      </p:nvGrpSpPr>
      <p:grpSpPr>
        <a:xfrm>
          <a:off x="0" y="0"/>
          <a:ext cx="0" cy="0"/>
          <a:chOff x="0" y="0"/>
          <a:chExt cx="0" cy="0"/>
        </a:xfrm>
      </p:grpSpPr>
      <p:grpSp>
        <p:nvGrpSpPr>
          <p:cNvPr id="362" name="Google Shape;362;p36"/>
          <p:cNvGrpSpPr/>
          <p:nvPr/>
        </p:nvGrpSpPr>
        <p:grpSpPr>
          <a:xfrm>
            <a:off x="-93668" y="0"/>
            <a:ext cx="9329109" cy="5143497"/>
            <a:chOff x="-93668" y="0"/>
            <a:chExt cx="9329109" cy="5143497"/>
          </a:xfrm>
        </p:grpSpPr>
        <p:grpSp>
          <p:nvGrpSpPr>
            <p:cNvPr id="363" name="Google Shape;363;p36"/>
            <p:cNvGrpSpPr/>
            <p:nvPr/>
          </p:nvGrpSpPr>
          <p:grpSpPr>
            <a:xfrm rot="10800000">
              <a:off x="5592122" y="2697400"/>
              <a:ext cx="3643319" cy="2446097"/>
              <a:chOff x="-93668" y="0"/>
              <a:chExt cx="3643319" cy="2446097"/>
            </a:xfrm>
          </p:grpSpPr>
          <p:grpSp>
            <p:nvGrpSpPr>
              <p:cNvPr id="364" name="Google Shape;364;p36"/>
              <p:cNvGrpSpPr/>
              <p:nvPr/>
            </p:nvGrpSpPr>
            <p:grpSpPr>
              <a:xfrm rot="5400000">
                <a:off x="-1020033" y="926370"/>
                <a:ext cx="2446091" cy="593362"/>
                <a:chOff x="162825" y="4587541"/>
                <a:chExt cx="1763711" cy="427833"/>
              </a:xfrm>
            </p:grpSpPr>
            <p:pic>
              <p:nvPicPr>
                <p:cNvPr id="365" name="Google Shape;365;p36"/>
                <p:cNvPicPr preferRelativeResize="0"/>
                <p:nvPr/>
              </p:nvPicPr>
              <p:blipFill>
                <a:blip r:embed="rId2">
                  <a:alphaModFix amt="46000"/>
                </a:blip>
                <a:stretch>
                  <a:fillRect/>
                </a:stretch>
              </p:blipFill>
              <p:spPr>
                <a:xfrm>
                  <a:off x="162825" y="4648923"/>
                  <a:ext cx="1578400" cy="366450"/>
                </a:xfrm>
                <a:prstGeom prst="rect">
                  <a:avLst/>
                </a:prstGeom>
                <a:noFill/>
                <a:ln>
                  <a:noFill/>
                </a:ln>
              </p:spPr>
            </p:pic>
            <p:pic>
              <p:nvPicPr>
                <p:cNvPr id="366" name="Google Shape;366;p36"/>
                <p:cNvPicPr preferRelativeResize="0"/>
                <p:nvPr/>
              </p:nvPicPr>
              <p:blipFill>
                <a:blip r:embed="rId2">
                  <a:alphaModFix/>
                </a:blip>
                <a:stretch>
                  <a:fillRect/>
                </a:stretch>
              </p:blipFill>
              <p:spPr>
                <a:xfrm>
                  <a:off x="819963" y="4758475"/>
                  <a:ext cx="1106574" cy="256900"/>
                </a:xfrm>
                <a:prstGeom prst="rect">
                  <a:avLst/>
                </a:prstGeom>
                <a:noFill/>
                <a:ln>
                  <a:noFill/>
                </a:ln>
              </p:spPr>
            </p:pic>
            <p:pic>
              <p:nvPicPr>
                <p:cNvPr id="367" name="Google Shape;367;p36"/>
                <p:cNvPicPr preferRelativeResize="0"/>
                <p:nvPr/>
              </p:nvPicPr>
              <p:blipFill>
                <a:blip r:embed="rId2">
                  <a:alphaModFix amt="88000"/>
                </a:blip>
                <a:stretch>
                  <a:fillRect/>
                </a:stretch>
              </p:blipFill>
              <p:spPr>
                <a:xfrm>
                  <a:off x="440163" y="4587541"/>
                  <a:ext cx="1106574" cy="256900"/>
                </a:xfrm>
                <a:prstGeom prst="rect">
                  <a:avLst/>
                </a:prstGeom>
                <a:noFill/>
                <a:ln>
                  <a:noFill/>
                </a:ln>
              </p:spPr>
            </p:pic>
          </p:grpSp>
          <p:grpSp>
            <p:nvGrpSpPr>
              <p:cNvPr id="368" name="Google Shape;368;p36"/>
              <p:cNvGrpSpPr/>
              <p:nvPr/>
            </p:nvGrpSpPr>
            <p:grpSpPr>
              <a:xfrm rot="10800000">
                <a:off x="0" y="0"/>
                <a:ext cx="3549651" cy="387101"/>
                <a:chOff x="3124200" y="4610350"/>
                <a:chExt cx="3549651" cy="387101"/>
              </a:xfrm>
            </p:grpSpPr>
            <p:pic>
              <p:nvPicPr>
                <p:cNvPr id="369" name="Google Shape;369;p36"/>
                <p:cNvPicPr preferRelativeResize="0"/>
                <p:nvPr/>
              </p:nvPicPr>
              <p:blipFill rotWithShape="1">
                <a:blip r:embed="rId3">
                  <a:alphaModFix/>
                </a:blip>
                <a:srcRect t="58031" b="6290"/>
                <a:stretch/>
              </p:blipFill>
              <p:spPr>
                <a:xfrm>
                  <a:off x="4245892" y="4610350"/>
                  <a:ext cx="2427959" cy="387101"/>
                </a:xfrm>
                <a:prstGeom prst="rect">
                  <a:avLst/>
                </a:prstGeom>
                <a:noFill/>
                <a:ln>
                  <a:noFill/>
                </a:ln>
              </p:spPr>
            </p:pic>
            <p:pic>
              <p:nvPicPr>
                <p:cNvPr id="370" name="Google Shape;370;p36"/>
                <p:cNvPicPr preferRelativeResize="0"/>
                <p:nvPr/>
              </p:nvPicPr>
              <p:blipFill rotWithShape="1">
                <a:blip r:embed="rId4">
                  <a:alphaModFix/>
                </a:blip>
                <a:srcRect l="23295" t="76294"/>
                <a:stretch/>
              </p:blipFill>
              <p:spPr>
                <a:xfrm rot="10800000">
                  <a:off x="3124200" y="4639375"/>
                  <a:ext cx="1505849" cy="329075"/>
                </a:xfrm>
                <a:prstGeom prst="rect">
                  <a:avLst/>
                </a:prstGeom>
                <a:noFill/>
                <a:ln>
                  <a:noFill/>
                </a:ln>
              </p:spPr>
            </p:pic>
          </p:grpSp>
        </p:grpSp>
        <p:grpSp>
          <p:nvGrpSpPr>
            <p:cNvPr id="371" name="Google Shape;371;p36"/>
            <p:cNvGrpSpPr/>
            <p:nvPr/>
          </p:nvGrpSpPr>
          <p:grpSpPr>
            <a:xfrm>
              <a:off x="-93668" y="0"/>
              <a:ext cx="3643319" cy="2446097"/>
              <a:chOff x="-93668" y="0"/>
              <a:chExt cx="3643319" cy="2446097"/>
            </a:xfrm>
          </p:grpSpPr>
          <p:grpSp>
            <p:nvGrpSpPr>
              <p:cNvPr id="372" name="Google Shape;372;p36"/>
              <p:cNvGrpSpPr/>
              <p:nvPr/>
            </p:nvGrpSpPr>
            <p:grpSpPr>
              <a:xfrm rot="5400000">
                <a:off x="-1020033" y="926370"/>
                <a:ext cx="2446091" cy="593362"/>
                <a:chOff x="162825" y="4587541"/>
                <a:chExt cx="1763711" cy="427833"/>
              </a:xfrm>
            </p:grpSpPr>
            <p:pic>
              <p:nvPicPr>
                <p:cNvPr id="373" name="Google Shape;373;p36"/>
                <p:cNvPicPr preferRelativeResize="0"/>
                <p:nvPr/>
              </p:nvPicPr>
              <p:blipFill>
                <a:blip r:embed="rId2">
                  <a:alphaModFix amt="46000"/>
                </a:blip>
                <a:stretch>
                  <a:fillRect/>
                </a:stretch>
              </p:blipFill>
              <p:spPr>
                <a:xfrm>
                  <a:off x="162825" y="4648923"/>
                  <a:ext cx="1578400" cy="366450"/>
                </a:xfrm>
                <a:prstGeom prst="rect">
                  <a:avLst/>
                </a:prstGeom>
                <a:noFill/>
                <a:ln>
                  <a:noFill/>
                </a:ln>
              </p:spPr>
            </p:pic>
            <p:pic>
              <p:nvPicPr>
                <p:cNvPr id="374" name="Google Shape;374;p36"/>
                <p:cNvPicPr preferRelativeResize="0"/>
                <p:nvPr/>
              </p:nvPicPr>
              <p:blipFill>
                <a:blip r:embed="rId2">
                  <a:alphaModFix/>
                </a:blip>
                <a:stretch>
                  <a:fillRect/>
                </a:stretch>
              </p:blipFill>
              <p:spPr>
                <a:xfrm>
                  <a:off x="819963" y="4758475"/>
                  <a:ext cx="1106574" cy="256900"/>
                </a:xfrm>
                <a:prstGeom prst="rect">
                  <a:avLst/>
                </a:prstGeom>
                <a:noFill/>
                <a:ln>
                  <a:noFill/>
                </a:ln>
              </p:spPr>
            </p:pic>
            <p:pic>
              <p:nvPicPr>
                <p:cNvPr id="375" name="Google Shape;375;p36"/>
                <p:cNvPicPr preferRelativeResize="0"/>
                <p:nvPr/>
              </p:nvPicPr>
              <p:blipFill>
                <a:blip r:embed="rId2">
                  <a:alphaModFix amt="88000"/>
                </a:blip>
                <a:stretch>
                  <a:fillRect/>
                </a:stretch>
              </p:blipFill>
              <p:spPr>
                <a:xfrm>
                  <a:off x="440163" y="4587541"/>
                  <a:ext cx="1106574" cy="256900"/>
                </a:xfrm>
                <a:prstGeom prst="rect">
                  <a:avLst/>
                </a:prstGeom>
                <a:noFill/>
                <a:ln>
                  <a:noFill/>
                </a:ln>
              </p:spPr>
            </p:pic>
          </p:grpSp>
          <p:grpSp>
            <p:nvGrpSpPr>
              <p:cNvPr id="376" name="Google Shape;376;p36"/>
              <p:cNvGrpSpPr/>
              <p:nvPr/>
            </p:nvGrpSpPr>
            <p:grpSpPr>
              <a:xfrm rot="10800000">
                <a:off x="0" y="0"/>
                <a:ext cx="3549651" cy="387101"/>
                <a:chOff x="3124200" y="4610350"/>
                <a:chExt cx="3549651" cy="387101"/>
              </a:xfrm>
            </p:grpSpPr>
            <p:pic>
              <p:nvPicPr>
                <p:cNvPr id="377" name="Google Shape;377;p36"/>
                <p:cNvPicPr preferRelativeResize="0"/>
                <p:nvPr/>
              </p:nvPicPr>
              <p:blipFill rotWithShape="1">
                <a:blip r:embed="rId3">
                  <a:alphaModFix/>
                </a:blip>
                <a:srcRect t="58031" b="6290"/>
                <a:stretch/>
              </p:blipFill>
              <p:spPr>
                <a:xfrm>
                  <a:off x="4245892" y="4610350"/>
                  <a:ext cx="2427959" cy="387101"/>
                </a:xfrm>
                <a:prstGeom prst="rect">
                  <a:avLst/>
                </a:prstGeom>
                <a:noFill/>
                <a:ln>
                  <a:noFill/>
                </a:ln>
              </p:spPr>
            </p:pic>
            <p:pic>
              <p:nvPicPr>
                <p:cNvPr id="378" name="Google Shape;378;p36"/>
                <p:cNvPicPr preferRelativeResize="0"/>
                <p:nvPr/>
              </p:nvPicPr>
              <p:blipFill rotWithShape="1">
                <a:blip r:embed="rId4">
                  <a:alphaModFix/>
                </a:blip>
                <a:srcRect l="23295" t="76294"/>
                <a:stretch/>
              </p:blipFill>
              <p:spPr>
                <a:xfrm rot="10800000">
                  <a:off x="3124200" y="4639375"/>
                  <a:ext cx="1505849" cy="329075"/>
                </a:xfrm>
                <a:prstGeom prst="rect">
                  <a:avLst/>
                </a:prstGeom>
                <a:noFill/>
                <a:ln>
                  <a:noFill/>
                </a:ln>
              </p:spPr>
            </p:pic>
          </p:grpSp>
        </p:grpSp>
      </p:grpSp>
      <p:sp>
        <p:nvSpPr>
          <p:cNvPr id="379" name="Google Shape;379;p36"/>
          <p:cNvSpPr/>
          <p:nvPr/>
        </p:nvSpPr>
        <p:spPr>
          <a:xfrm>
            <a:off x="175255" y="182850"/>
            <a:ext cx="8793600" cy="47778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3"/>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1pPr>
            <a:lvl2pPr lvl="1"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2pPr>
            <a:lvl3pPr lvl="2"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3pPr>
            <a:lvl4pPr lvl="3"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4pPr>
            <a:lvl5pPr lvl="4"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5pPr>
            <a:lvl6pPr lvl="5"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6pPr>
            <a:lvl7pPr lvl="6"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7pPr>
            <a:lvl8pPr lvl="7"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8pPr>
            <a:lvl9pPr lvl="8"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1pPr>
            <a:lvl2pPr marL="914400" lvl="1"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2pPr>
            <a:lvl3pPr marL="1371600" lvl="2"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3pPr>
            <a:lvl4pPr marL="1828800" lvl="3"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4pPr>
            <a:lvl5pPr marL="2286000" lvl="4"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5pPr>
            <a:lvl6pPr marL="2743200" lvl="5"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6pPr>
            <a:lvl7pPr marL="3200400" lvl="6"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7pPr>
            <a:lvl8pPr marL="3657600" lvl="7"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8pPr>
            <a:lvl9pPr marL="4114800" lvl="8"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5" r:id="rId5"/>
    <p:sldLayoutId id="2147483658" r:id="rId6"/>
    <p:sldLayoutId id="2147483660" r:id="rId7"/>
    <p:sldLayoutId id="2147483673" r:id="rId8"/>
    <p:sldLayoutId id="2147483681" r:id="rId9"/>
    <p:sldLayoutId id="2147483682"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1.pn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2.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pic>
        <p:nvPicPr>
          <p:cNvPr id="390" name="Google Shape;390;p40"/>
          <p:cNvPicPr preferRelativeResize="0"/>
          <p:nvPr/>
        </p:nvPicPr>
        <p:blipFill rotWithShape="1">
          <a:blip r:embed="rId3">
            <a:alphaModFix/>
          </a:blip>
          <a:srcRect l="2124" b="9502"/>
          <a:stretch/>
        </p:blipFill>
        <p:spPr>
          <a:xfrm>
            <a:off x="0" y="3692921"/>
            <a:ext cx="4304653" cy="1455275"/>
          </a:xfrm>
          <a:prstGeom prst="rect">
            <a:avLst/>
          </a:prstGeom>
          <a:noFill/>
          <a:ln>
            <a:noFill/>
          </a:ln>
        </p:spPr>
      </p:pic>
      <p:pic>
        <p:nvPicPr>
          <p:cNvPr id="391" name="Google Shape;391;p40"/>
          <p:cNvPicPr preferRelativeResize="0"/>
          <p:nvPr/>
        </p:nvPicPr>
        <p:blipFill rotWithShape="1">
          <a:blip r:embed="rId4">
            <a:alphaModFix/>
          </a:blip>
          <a:srcRect t="19097" r="5042" b="2954"/>
          <a:stretch/>
        </p:blipFill>
        <p:spPr>
          <a:xfrm>
            <a:off x="2396525" y="3055175"/>
            <a:ext cx="3716124" cy="958850"/>
          </a:xfrm>
          <a:prstGeom prst="rect">
            <a:avLst/>
          </a:prstGeom>
          <a:noFill/>
          <a:ln>
            <a:noFill/>
          </a:ln>
        </p:spPr>
      </p:pic>
      <p:pic>
        <p:nvPicPr>
          <p:cNvPr id="392" name="Google Shape;392;p40"/>
          <p:cNvPicPr preferRelativeResize="0"/>
          <p:nvPr/>
        </p:nvPicPr>
        <p:blipFill>
          <a:blip r:embed="rId5">
            <a:alphaModFix/>
          </a:blip>
          <a:stretch>
            <a:fillRect/>
          </a:stretch>
        </p:blipFill>
        <p:spPr>
          <a:xfrm rot="10800000">
            <a:off x="7519424" y="3535074"/>
            <a:ext cx="456876" cy="242950"/>
          </a:xfrm>
          <a:prstGeom prst="rect">
            <a:avLst/>
          </a:prstGeom>
          <a:noFill/>
          <a:ln>
            <a:noFill/>
          </a:ln>
        </p:spPr>
      </p:pic>
      <p:sp>
        <p:nvSpPr>
          <p:cNvPr id="393" name="Google Shape;393;p40"/>
          <p:cNvSpPr txBox="1">
            <a:spLocks noGrp="1"/>
          </p:cNvSpPr>
          <p:nvPr>
            <p:ph type="ctrTitle"/>
          </p:nvPr>
        </p:nvSpPr>
        <p:spPr>
          <a:xfrm>
            <a:off x="968659" y="1129475"/>
            <a:ext cx="7206682" cy="2193613"/>
          </a:xfrm>
          <a:prstGeom prst="rect">
            <a:avLst/>
          </a:prstGeom>
        </p:spPr>
        <p:txBody>
          <a:bodyPr spcFirstLastPara="1" wrap="square" lIns="91425" tIns="91425" rIns="91425" bIns="91425" anchor="b" anchorCtr="0">
            <a:noAutofit/>
          </a:bodyPr>
          <a:lstStyle/>
          <a:p>
            <a:r>
              <a:rPr lang="en-IN" sz="3200" dirty="0">
                <a:solidFill>
                  <a:schemeClr val="accent2"/>
                </a:solidFill>
              </a:rPr>
              <a:t>VeriCode AI - </a:t>
            </a:r>
            <a:r>
              <a:rPr lang="en-IN" sz="3200" dirty="0"/>
              <a:t>Secure Code Intelligence and DevOps Automation Platform</a:t>
            </a:r>
            <a:br>
              <a:rPr lang="en-IN" sz="3600" dirty="0">
                <a:solidFill>
                  <a:schemeClr val="accent2"/>
                </a:solidFill>
              </a:rPr>
            </a:br>
            <a:endParaRPr lang="en-IN" sz="3600" dirty="0">
              <a:solidFill>
                <a:schemeClr val="accent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IN" dirty="0"/>
              <a:t>Introduction</a:t>
            </a:r>
            <a:endParaRPr dirty="0"/>
          </a:p>
        </p:txBody>
      </p:sp>
      <p:sp>
        <p:nvSpPr>
          <p:cNvPr id="4" name="TextBox 3">
            <a:extLst>
              <a:ext uri="{FF2B5EF4-FFF2-40B4-BE49-F238E27FC236}">
                <a16:creationId xmlns:a16="http://schemas.microsoft.com/office/drawing/2014/main" id="{C7F2E3C7-C28B-F8B4-399B-58C0E9C6DB83}"/>
              </a:ext>
            </a:extLst>
          </p:cNvPr>
          <p:cNvSpPr txBox="1"/>
          <p:nvPr/>
        </p:nvSpPr>
        <p:spPr>
          <a:xfrm>
            <a:off x="719997" y="1194482"/>
            <a:ext cx="3570063" cy="2893100"/>
          </a:xfrm>
          <a:prstGeom prst="rect">
            <a:avLst/>
          </a:prstGeom>
          <a:noFill/>
        </p:spPr>
        <p:txBody>
          <a:bodyPr wrap="square" rtlCol="0">
            <a:spAutoFit/>
          </a:bodyPr>
          <a:lstStyle/>
          <a:p>
            <a:pPr algn="just"/>
            <a:r>
              <a:rPr lang="en-IN" dirty="0">
                <a:solidFill>
                  <a:schemeClr val="accent3">
                    <a:lumMod val="75000"/>
                  </a:schemeClr>
                </a:solidFill>
              </a:rPr>
              <a:t>Modern software projects contain a large amount of source code, external libraries, and deployment components. As projects become larger, it becomes difficult for developers to manually identify all code-quality and security problems.</a:t>
            </a:r>
          </a:p>
          <a:p>
            <a:pPr algn="just"/>
            <a:endParaRPr lang="en-IN" dirty="0">
              <a:solidFill>
                <a:schemeClr val="accent3">
                  <a:lumMod val="75000"/>
                </a:schemeClr>
              </a:solidFill>
            </a:endParaRPr>
          </a:p>
          <a:p>
            <a:pPr algn="just"/>
            <a:r>
              <a:rPr lang="en-IN" dirty="0">
                <a:solidFill>
                  <a:schemeClr val="accent3">
                    <a:lumMod val="75000"/>
                  </a:schemeClr>
                </a:solidFill>
              </a:rPr>
              <a:t>Tools such as code analyzers and vulnerability scanners can detect these problems, but their results are often provided separately and may be difficult for developers to understand.</a:t>
            </a:r>
          </a:p>
          <a:p>
            <a:pPr algn="just"/>
            <a:endParaRPr lang="en-IN" dirty="0">
              <a:solidFill>
                <a:schemeClr val="accent3">
                  <a:lumMod val="75000"/>
                </a:schemeClr>
              </a:solidFill>
              <a:latin typeface="Archivo" panose="020B0604020202020204" charset="0"/>
              <a:cs typeface="Archivo" panose="020B0604020202020204" charset="0"/>
            </a:endParaRPr>
          </a:p>
        </p:txBody>
      </p:sp>
      <p:sp>
        <p:nvSpPr>
          <p:cNvPr id="7" name="TextBox 6">
            <a:extLst>
              <a:ext uri="{FF2B5EF4-FFF2-40B4-BE49-F238E27FC236}">
                <a16:creationId xmlns:a16="http://schemas.microsoft.com/office/drawing/2014/main" id="{05016709-7598-280D-7851-184EDA583185}"/>
              </a:ext>
            </a:extLst>
          </p:cNvPr>
          <p:cNvSpPr txBox="1"/>
          <p:nvPr/>
        </p:nvSpPr>
        <p:spPr>
          <a:xfrm>
            <a:off x="4720683" y="1194482"/>
            <a:ext cx="3703317" cy="1384995"/>
          </a:xfrm>
          <a:prstGeom prst="rect">
            <a:avLst/>
          </a:prstGeom>
          <a:noFill/>
        </p:spPr>
        <p:txBody>
          <a:bodyPr wrap="square" rtlCol="0">
            <a:spAutoFit/>
          </a:bodyPr>
          <a:lstStyle/>
          <a:p>
            <a:pPr algn="just"/>
            <a:r>
              <a:rPr lang="en-IN" b="1" dirty="0">
                <a:solidFill>
                  <a:schemeClr val="accent3">
                    <a:lumMod val="75000"/>
                  </a:schemeClr>
                </a:solidFill>
              </a:rPr>
              <a:t>VeriCode AI</a:t>
            </a:r>
            <a:r>
              <a:rPr lang="en-IN" dirty="0">
                <a:solidFill>
                  <a:schemeClr val="accent3">
                    <a:lumMod val="75000"/>
                  </a:schemeClr>
                </a:solidFill>
              </a:rPr>
              <a:t> is proposed as a unified platform that combines code analysis, security scanning, AI-based explanations, and DevOps automation to help developers build and deploy software more securely.</a:t>
            </a:r>
          </a:p>
          <a:p>
            <a:pPr algn="just"/>
            <a:endParaRPr lang="en-IN" dirty="0">
              <a:solidFill>
                <a:schemeClr val="accent3">
                  <a:lumMod val="75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9">
          <a:extLst>
            <a:ext uri="{FF2B5EF4-FFF2-40B4-BE49-F238E27FC236}">
              <a16:creationId xmlns:a16="http://schemas.microsoft.com/office/drawing/2014/main" id="{01770E0A-308A-77EF-3E1A-84422B59ED9B}"/>
            </a:ext>
          </a:extLst>
        </p:cNvPr>
        <p:cNvGrpSpPr/>
        <p:nvPr/>
      </p:nvGrpSpPr>
      <p:grpSpPr>
        <a:xfrm>
          <a:off x="0" y="0"/>
          <a:ext cx="0" cy="0"/>
          <a:chOff x="0" y="0"/>
          <a:chExt cx="0" cy="0"/>
        </a:xfrm>
      </p:grpSpPr>
      <p:sp>
        <p:nvSpPr>
          <p:cNvPr id="450" name="Google Shape;450;p45">
            <a:extLst>
              <a:ext uri="{FF2B5EF4-FFF2-40B4-BE49-F238E27FC236}">
                <a16:creationId xmlns:a16="http://schemas.microsoft.com/office/drawing/2014/main" id="{50EA9EE7-097E-E067-3F81-9304FD6F8133}"/>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IN" dirty="0"/>
              <a:t>Abstract</a:t>
            </a:r>
            <a:endParaRPr dirty="0"/>
          </a:p>
        </p:txBody>
      </p:sp>
      <p:sp>
        <p:nvSpPr>
          <p:cNvPr id="4" name="TextBox 3">
            <a:extLst>
              <a:ext uri="{FF2B5EF4-FFF2-40B4-BE49-F238E27FC236}">
                <a16:creationId xmlns:a16="http://schemas.microsoft.com/office/drawing/2014/main" id="{B67EDC42-7B9F-39FE-A047-022F6A2FA23D}"/>
              </a:ext>
            </a:extLst>
          </p:cNvPr>
          <p:cNvSpPr txBox="1"/>
          <p:nvPr/>
        </p:nvSpPr>
        <p:spPr>
          <a:xfrm>
            <a:off x="719997" y="1194482"/>
            <a:ext cx="7704000" cy="1815882"/>
          </a:xfrm>
          <a:prstGeom prst="rect">
            <a:avLst/>
          </a:prstGeom>
          <a:noFill/>
        </p:spPr>
        <p:txBody>
          <a:bodyPr wrap="square" rtlCol="0">
            <a:spAutoFit/>
          </a:bodyPr>
          <a:lstStyle/>
          <a:p>
            <a:pPr algn="just"/>
            <a:r>
              <a:rPr lang="en-IN" dirty="0">
                <a:solidFill>
                  <a:schemeClr val="accent3">
                    <a:lumMod val="75000"/>
                  </a:schemeClr>
                </a:solidFill>
              </a:rPr>
              <a:t>VeriCode AI is an AI-integrated platform designed to improve the security and reliability of software development. The system analyzes source code and project dependencies to identify code-quality issues and security vulnerabilities.</a:t>
            </a:r>
          </a:p>
          <a:p>
            <a:pPr algn="just"/>
            <a:endParaRPr lang="en-IN" dirty="0">
              <a:solidFill>
                <a:schemeClr val="accent3">
                  <a:lumMod val="75000"/>
                </a:schemeClr>
              </a:solidFill>
            </a:endParaRPr>
          </a:p>
          <a:p>
            <a:pPr algn="just"/>
            <a:r>
              <a:rPr lang="en-IN" dirty="0">
                <a:solidFill>
                  <a:schemeClr val="accent3">
                    <a:lumMod val="75000"/>
                  </a:schemeClr>
                </a:solidFill>
              </a:rPr>
              <a:t>SonarQube is used for code analysis, while Trivy is used for vulnerability scanning. The detected issues are processed by an AI component that provides simple explanations and possible remediation suggestions.</a:t>
            </a:r>
          </a:p>
          <a:p>
            <a:pPr algn="just"/>
            <a:endParaRPr lang="en-IN" dirty="0">
              <a:solidFill>
                <a:schemeClr val="accent3">
                  <a:lumMod val="75000"/>
                </a:schemeClr>
              </a:solidFill>
              <a:latin typeface="Archivo" panose="020B0604020202020204" charset="0"/>
              <a:cs typeface="Archivo" panose="020B0604020202020204" charset="0"/>
            </a:endParaRPr>
          </a:p>
        </p:txBody>
      </p:sp>
      <p:sp>
        <p:nvSpPr>
          <p:cNvPr id="6" name="TextBox 5">
            <a:extLst>
              <a:ext uri="{FF2B5EF4-FFF2-40B4-BE49-F238E27FC236}">
                <a16:creationId xmlns:a16="http://schemas.microsoft.com/office/drawing/2014/main" id="{904F97D0-950B-5EC2-E2A7-CDECEDFD80BD}"/>
              </a:ext>
            </a:extLst>
          </p:cNvPr>
          <p:cNvSpPr txBox="1"/>
          <p:nvPr/>
        </p:nvSpPr>
        <p:spPr>
          <a:xfrm>
            <a:off x="719997" y="3010364"/>
            <a:ext cx="7704000" cy="1169551"/>
          </a:xfrm>
          <a:prstGeom prst="rect">
            <a:avLst/>
          </a:prstGeom>
          <a:noFill/>
        </p:spPr>
        <p:txBody>
          <a:bodyPr wrap="square" rtlCol="0">
            <a:spAutoFit/>
          </a:bodyPr>
          <a:lstStyle/>
          <a:p>
            <a:pPr algn="just"/>
            <a:r>
              <a:rPr lang="en-IN" dirty="0">
                <a:solidFill>
                  <a:schemeClr val="accent3">
                    <a:lumMod val="75000"/>
                  </a:schemeClr>
                </a:solidFill>
              </a:rPr>
              <a:t>The platform integrates these results into a centralized dashboard and supports DevOps practices using GitHub and Docker. PostgreSQL is used for data storage, while Prometheus and Grafana are used for application monitoring. DVC is used for versioning AI-related datasets.</a:t>
            </a:r>
          </a:p>
          <a:p>
            <a:pPr algn="just"/>
            <a:endParaRPr lang="en-IN" dirty="0">
              <a:solidFill>
                <a:schemeClr val="accent3">
                  <a:lumMod val="75000"/>
                </a:schemeClr>
              </a:solidFill>
            </a:endParaRPr>
          </a:p>
        </p:txBody>
      </p:sp>
    </p:spTree>
    <p:extLst>
      <p:ext uri="{BB962C8B-B14F-4D97-AF65-F5344CB8AC3E}">
        <p14:creationId xmlns:p14="http://schemas.microsoft.com/office/powerpoint/2010/main" val="1528773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E9086-D760-18FD-5447-8C8CB8BB7D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98232-6B33-1B6F-40ED-7739CD9E29A0}"/>
              </a:ext>
            </a:extLst>
          </p:cNvPr>
          <p:cNvSpPr>
            <a:spLocks noGrp="1"/>
          </p:cNvSpPr>
          <p:nvPr>
            <p:ph type="title"/>
          </p:nvPr>
        </p:nvSpPr>
        <p:spPr>
          <a:xfrm>
            <a:off x="720000" y="312820"/>
            <a:ext cx="3852000" cy="572700"/>
          </a:xfrm>
        </p:spPr>
        <p:txBody>
          <a:bodyPr/>
          <a:lstStyle/>
          <a:p>
            <a:r>
              <a:rPr lang="en-IN" dirty="0"/>
              <a:t>Literature Survey</a:t>
            </a:r>
          </a:p>
        </p:txBody>
      </p:sp>
      <p:sp>
        <p:nvSpPr>
          <p:cNvPr id="3" name="Text Placeholder 2">
            <a:extLst>
              <a:ext uri="{FF2B5EF4-FFF2-40B4-BE49-F238E27FC236}">
                <a16:creationId xmlns:a16="http://schemas.microsoft.com/office/drawing/2014/main" id="{416A8FED-9557-07B7-51AA-8ECD4D43A28C}"/>
              </a:ext>
            </a:extLst>
          </p:cNvPr>
          <p:cNvSpPr>
            <a:spLocks noGrp="1"/>
          </p:cNvSpPr>
          <p:nvPr>
            <p:ph type="body" idx="1"/>
          </p:nvPr>
        </p:nvSpPr>
        <p:spPr>
          <a:xfrm>
            <a:off x="559980" y="1017725"/>
            <a:ext cx="3072511" cy="336900"/>
          </a:xfrm>
        </p:spPr>
        <p:txBody>
          <a:bodyPr/>
          <a:lstStyle/>
          <a:p>
            <a:pPr marL="139700" indent="0">
              <a:buNone/>
            </a:pPr>
            <a:r>
              <a:rPr lang="en-IN" sz="1600" dirty="0"/>
              <a:t>Existing System: SonarQube</a:t>
            </a:r>
          </a:p>
        </p:txBody>
      </p:sp>
      <p:sp>
        <p:nvSpPr>
          <p:cNvPr id="5" name="TextBox 4">
            <a:extLst>
              <a:ext uri="{FF2B5EF4-FFF2-40B4-BE49-F238E27FC236}">
                <a16:creationId xmlns:a16="http://schemas.microsoft.com/office/drawing/2014/main" id="{769C4899-93E3-62B0-184B-7D893CAF4F17}"/>
              </a:ext>
            </a:extLst>
          </p:cNvPr>
          <p:cNvSpPr txBox="1"/>
          <p:nvPr/>
        </p:nvSpPr>
        <p:spPr>
          <a:xfrm>
            <a:off x="720000" y="1486830"/>
            <a:ext cx="7606245" cy="3108543"/>
          </a:xfrm>
          <a:prstGeom prst="rect">
            <a:avLst/>
          </a:prstGeom>
          <a:noFill/>
        </p:spPr>
        <p:txBody>
          <a:bodyPr wrap="square" rtlCol="0">
            <a:spAutoFit/>
          </a:bodyPr>
          <a:lstStyle/>
          <a:p>
            <a:r>
              <a:rPr lang="en-IN" b="1" dirty="0">
                <a:solidFill>
                  <a:schemeClr val="accent3">
                    <a:lumMod val="75000"/>
                  </a:schemeClr>
                </a:solidFill>
              </a:rPr>
              <a:t>Existing Features</a:t>
            </a:r>
            <a:endParaRPr lang="en-IN" dirty="0">
              <a:solidFill>
                <a:schemeClr val="accent3">
                  <a:lumMod val="75000"/>
                </a:schemeClr>
              </a:solidFill>
            </a:endParaRPr>
          </a:p>
          <a:p>
            <a:r>
              <a:rPr lang="en-IN" dirty="0">
                <a:solidFill>
                  <a:schemeClr val="accent3">
                    <a:lumMod val="75000"/>
                  </a:schemeClr>
                </a:solidFill>
              </a:rPr>
              <a:t>➔ Code quality analysis.</a:t>
            </a:r>
            <a:br>
              <a:rPr lang="en-IN" dirty="0">
                <a:solidFill>
                  <a:schemeClr val="accent3">
                    <a:lumMod val="75000"/>
                  </a:schemeClr>
                </a:solidFill>
              </a:rPr>
            </a:br>
            <a:r>
              <a:rPr lang="en-IN" dirty="0">
                <a:solidFill>
                  <a:schemeClr val="accent3">
                    <a:lumMod val="75000"/>
                  </a:schemeClr>
                </a:solidFill>
              </a:rPr>
              <a:t>➔ Bug detection.</a:t>
            </a:r>
            <a:br>
              <a:rPr lang="en-IN" dirty="0">
                <a:solidFill>
                  <a:schemeClr val="accent3">
                    <a:lumMod val="75000"/>
                  </a:schemeClr>
                </a:solidFill>
              </a:rPr>
            </a:br>
            <a:r>
              <a:rPr lang="en-IN" dirty="0">
                <a:solidFill>
                  <a:schemeClr val="accent3">
                    <a:lumMod val="75000"/>
                  </a:schemeClr>
                </a:solidFill>
              </a:rPr>
              <a:t>➔ Vulnerability detection.</a:t>
            </a:r>
            <a:br>
              <a:rPr lang="en-IN" dirty="0">
                <a:solidFill>
                  <a:schemeClr val="accent3">
                    <a:lumMod val="75000"/>
                  </a:schemeClr>
                </a:solidFill>
              </a:rPr>
            </a:br>
            <a:r>
              <a:rPr lang="en-IN" dirty="0">
                <a:solidFill>
                  <a:schemeClr val="accent3">
                    <a:lumMod val="75000"/>
                  </a:schemeClr>
                </a:solidFill>
              </a:rPr>
              <a:t>➔ Code smell detection.</a:t>
            </a:r>
            <a:br>
              <a:rPr lang="en-IN" dirty="0">
                <a:solidFill>
                  <a:schemeClr val="accent3">
                    <a:lumMod val="75000"/>
                  </a:schemeClr>
                </a:solidFill>
              </a:rPr>
            </a:br>
            <a:r>
              <a:rPr lang="en-IN" dirty="0">
                <a:solidFill>
                  <a:schemeClr val="accent3">
                    <a:lumMod val="75000"/>
                  </a:schemeClr>
                </a:solidFill>
              </a:rPr>
              <a:t>➔ Security issue reporting.</a:t>
            </a:r>
          </a:p>
          <a:p>
            <a:endParaRPr lang="en-IN" dirty="0">
              <a:solidFill>
                <a:schemeClr val="accent3">
                  <a:lumMod val="75000"/>
                </a:schemeClr>
              </a:solidFill>
            </a:endParaRPr>
          </a:p>
          <a:p>
            <a:r>
              <a:rPr lang="en-IN" b="1" dirty="0">
                <a:solidFill>
                  <a:schemeClr val="accent3">
                    <a:lumMod val="75000"/>
                  </a:schemeClr>
                </a:solidFill>
              </a:rPr>
              <a:t>Scope for Improvement</a:t>
            </a:r>
            <a:endParaRPr lang="en-IN" dirty="0">
              <a:solidFill>
                <a:schemeClr val="accent3">
                  <a:lumMod val="75000"/>
                </a:schemeClr>
              </a:solidFill>
            </a:endParaRPr>
          </a:p>
          <a:p>
            <a:r>
              <a:rPr lang="en-IN" dirty="0">
                <a:solidFill>
                  <a:schemeClr val="accent3">
                    <a:lumMod val="75000"/>
                  </a:schemeClr>
                </a:solidFill>
              </a:rPr>
              <a:t>➔ Primarily focuses on code analysis and issue detection.</a:t>
            </a:r>
            <a:br>
              <a:rPr lang="en-IN" dirty="0">
                <a:solidFill>
                  <a:schemeClr val="accent3">
                    <a:lumMod val="75000"/>
                  </a:schemeClr>
                </a:solidFill>
              </a:rPr>
            </a:br>
            <a:r>
              <a:rPr lang="en-IN" dirty="0">
                <a:solidFill>
                  <a:schemeClr val="accent3">
                    <a:lumMod val="75000"/>
                  </a:schemeClr>
                </a:solidFill>
              </a:rPr>
              <a:t>➔ Technical reports may be difficult for beginners to understand.</a:t>
            </a:r>
            <a:br>
              <a:rPr lang="en-IN" dirty="0">
                <a:solidFill>
                  <a:schemeClr val="accent3">
                    <a:lumMod val="75000"/>
                  </a:schemeClr>
                </a:solidFill>
              </a:rPr>
            </a:br>
            <a:r>
              <a:rPr lang="en-IN" dirty="0">
                <a:solidFill>
                  <a:schemeClr val="accent3">
                    <a:lumMod val="75000"/>
                  </a:schemeClr>
                </a:solidFill>
              </a:rPr>
              <a:t>➔ Does not provide AI-based explanations for every finding.</a:t>
            </a:r>
            <a:br>
              <a:rPr lang="en-IN" dirty="0">
                <a:solidFill>
                  <a:schemeClr val="accent3">
                    <a:lumMod val="75000"/>
                  </a:schemeClr>
                </a:solidFill>
              </a:rPr>
            </a:br>
            <a:r>
              <a:rPr lang="en-IN" dirty="0">
                <a:solidFill>
                  <a:schemeClr val="accent3">
                    <a:lumMod val="75000"/>
                  </a:schemeClr>
                </a:solidFill>
              </a:rPr>
              <a:t>➔ Limited support for personalized remediation guidance.</a:t>
            </a:r>
            <a:br>
              <a:rPr lang="en-IN" dirty="0">
                <a:solidFill>
                  <a:schemeClr val="accent3">
                    <a:lumMod val="75000"/>
                  </a:schemeClr>
                </a:solidFill>
              </a:rPr>
            </a:br>
            <a:r>
              <a:rPr lang="en-IN" dirty="0">
                <a:solidFill>
                  <a:schemeClr val="accent3">
                    <a:lumMod val="75000"/>
                  </a:schemeClr>
                </a:solidFill>
              </a:rPr>
              <a:t>➔ Developers may need additional tools for dependency and container scanning.</a:t>
            </a:r>
          </a:p>
          <a:p>
            <a:endParaRPr lang="en-IN" dirty="0">
              <a:solidFill>
                <a:schemeClr val="accent3">
                  <a:lumMod val="75000"/>
                </a:schemeClr>
              </a:solidFill>
            </a:endParaRPr>
          </a:p>
        </p:txBody>
      </p:sp>
    </p:spTree>
    <p:extLst>
      <p:ext uri="{BB962C8B-B14F-4D97-AF65-F5344CB8AC3E}">
        <p14:creationId xmlns:p14="http://schemas.microsoft.com/office/powerpoint/2010/main" val="2345987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4FE0D-DAA3-9455-79B8-1EF2D521A525}"/>
              </a:ext>
            </a:extLst>
          </p:cNvPr>
          <p:cNvSpPr>
            <a:spLocks noGrp="1"/>
          </p:cNvSpPr>
          <p:nvPr>
            <p:ph type="title"/>
          </p:nvPr>
        </p:nvSpPr>
        <p:spPr/>
        <p:txBody>
          <a:bodyPr/>
          <a:lstStyle/>
          <a:p>
            <a:r>
              <a:rPr lang="en-IN" dirty="0"/>
              <a:t>Literature Survey</a:t>
            </a:r>
          </a:p>
        </p:txBody>
      </p:sp>
      <p:sp>
        <p:nvSpPr>
          <p:cNvPr id="3" name="Text Placeholder 2">
            <a:extLst>
              <a:ext uri="{FF2B5EF4-FFF2-40B4-BE49-F238E27FC236}">
                <a16:creationId xmlns:a16="http://schemas.microsoft.com/office/drawing/2014/main" id="{23508357-40FB-E477-1BFF-16515C0FABC3}"/>
              </a:ext>
            </a:extLst>
          </p:cNvPr>
          <p:cNvSpPr>
            <a:spLocks noGrp="1"/>
          </p:cNvSpPr>
          <p:nvPr>
            <p:ph type="body" idx="1"/>
          </p:nvPr>
        </p:nvSpPr>
        <p:spPr>
          <a:xfrm>
            <a:off x="592583" y="1180329"/>
            <a:ext cx="2390459" cy="336900"/>
          </a:xfrm>
        </p:spPr>
        <p:txBody>
          <a:bodyPr/>
          <a:lstStyle/>
          <a:p>
            <a:pPr marL="139700" indent="0">
              <a:buNone/>
            </a:pPr>
            <a:r>
              <a:rPr lang="en-IN" sz="1600" dirty="0"/>
              <a:t>Existing System: Trivy</a:t>
            </a:r>
            <a:endParaRPr lang="en-IN" sz="1600" dirty="0">
              <a:solidFill>
                <a:schemeClr val="accent3">
                  <a:lumMod val="75000"/>
                </a:schemeClr>
              </a:solidFill>
            </a:endParaRPr>
          </a:p>
        </p:txBody>
      </p:sp>
      <p:sp>
        <p:nvSpPr>
          <p:cNvPr id="5" name="TextBox 4">
            <a:extLst>
              <a:ext uri="{FF2B5EF4-FFF2-40B4-BE49-F238E27FC236}">
                <a16:creationId xmlns:a16="http://schemas.microsoft.com/office/drawing/2014/main" id="{35486C77-60D4-9291-17A6-0323BEA06F6C}"/>
              </a:ext>
            </a:extLst>
          </p:cNvPr>
          <p:cNvSpPr txBox="1"/>
          <p:nvPr/>
        </p:nvSpPr>
        <p:spPr>
          <a:xfrm>
            <a:off x="720000" y="1679833"/>
            <a:ext cx="7606245" cy="3108543"/>
          </a:xfrm>
          <a:prstGeom prst="rect">
            <a:avLst/>
          </a:prstGeom>
          <a:noFill/>
        </p:spPr>
        <p:txBody>
          <a:bodyPr wrap="square" rtlCol="0">
            <a:spAutoFit/>
          </a:bodyPr>
          <a:lstStyle/>
          <a:p>
            <a:r>
              <a:rPr lang="en-IN" b="1" dirty="0">
                <a:solidFill>
                  <a:schemeClr val="accent3">
                    <a:lumMod val="75000"/>
                  </a:schemeClr>
                </a:solidFill>
              </a:rPr>
              <a:t>Existing Features</a:t>
            </a:r>
            <a:endParaRPr lang="en-IN" dirty="0">
              <a:solidFill>
                <a:schemeClr val="accent3">
                  <a:lumMod val="75000"/>
                </a:schemeClr>
              </a:solidFill>
            </a:endParaRPr>
          </a:p>
          <a:p>
            <a:r>
              <a:rPr lang="en-IN" dirty="0">
                <a:solidFill>
                  <a:schemeClr val="accent3">
                    <a:lumMod val="75000"/>
                  </a:schemeClr>
                </a:solidFill>
              </a:rPr>
              <a:t>➔ Dependency vulnerability scanning.</a:t>
            </a:r>
            <a:br>
              <a:rPr lang="en-IN" dirty="0">
                <a:solidFill>
                  <a:schemeClr val="accent3">
                    <a:lumMod val="75000"/>
                  </a:schemeClr>
                </a:solidFill>
              </a:rPr>
            </a:br>
            <a:r>
              <a:rPr lang="en-IN" dirty="0">
                <a:solidFill>
                  <a:schemeClr val="accent3">
                    <a:lumMod val="75000"/>
                  </a:schemeClr>
                </a:solidFill>
              </a:rPr>
              <a:t>➔ Container image scanning.</a:t>
            </a:r>
            <a:br>
              <a:rPr lang="en-IN" dirty="0">
                <a:solidFill>
                  <a:schemeClr val="accent3">
                    <a:lumMod val="75000"/>
                  </a:schemeClr>
                </a:solidFill>
              </a:rPr>
            </a:br>
            <a:r>
              <a:rPr lang="en-IN" dirty="0">
                <a:solidFill>
                  <a:schemeClr val="accent3">
                    <a:lumMod val="75000"/>
                  </a:schemeClr>
                </a:solidFill>
              </a:rPr>
              <a:t>➔ Secret detection.</a:t>
            </a:r>
            <a:br>
              <a:rPr lang="en-IN" dirty="0">
                <a:solidFill>
                  <a:schemeClr val="accent3">
                    <a:lumMod val="75000"/>
                  </a:schemeClr>
                </a:solidFill>
              </a:rPr>
            </a:br>
            <a:r>
              <a:rPr lang="en-IN" dirty="0">
                <a:solidFill>
                  <a:schemeClr val="accent3">
                    <a:lumMod val="75000"/>
                  </a:schemeClr>
                </a:solidFill>
              </a:rPr>
              <a:t>➔ Misconfiguration detection.</a:t>
            </a:r>
            <a:br>
              <a:rPr lang="en-IN" dirty="0">
                <a:solidFill>
                  <a:schemeClr val="accent3">
                    <a:lumMod val="75000"/>
                  </a:schemeClr>
                </a:solidFill>
              </a:rPr>
            </a:br>
            <a:r>
              <a:rPr lang="en-IN" dirty="0">
                <a:solidFill>
                  <a:schemeClr val="accent3">
                    <a:lumMod val="75000"/>
                  </a:schemeClr>
                </a:solidFill>
              </a:rPr>
              <a:t>➔ Severity-based vulnerability reporting.</a:t>
            </a:r>
          </a:p>
          <a:p>
            <a:endParaRPr lang="en-IN" dirty="0">
              <a:solidFill>
                <a:schemeClr val="accent3">
                  <a:lumMod val="75000"/>
                </a:schemeClr>
              </a:solidFill>
            </a:endParaRPr>
          </a:p>
          <a:p>
            <a:r>
              <a:rPr lang="en-IN" b="1" dirty="0">
                <a:solidFill>
                  <a:schemeClr val="accent3">
                    <a:lumMod val="75000"/>
                  </a:schemeClr>
                </a:solidFill>
              </a:rPr>
              <a:t>Scope for Improvement</a:t>
            </a:r>
            <a:endParaRPr lang="en-IN" dirty="0">
              <a:solidFill>
                <a:schemeClr val="accent3">
                  <a:lumMod val="75000"/>
                </a:schemeClr>
              </a:solidFill>
            </a:endParaRPr>
          </a:p>
          <a:p>
            <a:r>
              <a:rPr lang="en-IN" dirty="0">
                <a:solidFill>
                  <a:schemeClr val="accent3">
                    <a:lumMod val="75000"/>
                  </a:schemeClr>
                </a:solidFill>
              </a:rPr>
              <a:t>➔ Mainly focuses on detecting security risks.</a:t>
            </a:r>
            <a:br>
              <a:rPr lang="en-IN" dirty="0">
                <a:solidFill>
                  <a:schemeClr val="accent3">
                    <a:lumMod val="75000"/>
                  </a:schemeClr>
                </a:solidFill>
              </a:rPr>
            </a:br>
            <a:r>
              <a:rPr lang="en-IN" dirty="0">
                <a:solidFill>
                  <a:schemeClr val="accent3">
                    <a:lumMod val="75000"/>
                  </a:schemeClr>
                </a:solidFill>
              </a:rPr>
              <a:t>➔ Provides technical vulnerability information that may be difficult to understand.</a:t>
            </a:r>
            <a:br>
              <a:rPr lang="en-IN" dirty="0">
                <a:solidFill>
                  <a:schemeClr val="accent3">
                    <a:lumMod val="75000"/>
                  </a:schemeClr>
                </a:solidFill>
              </a:rPr>
            </a:br>
            <a:r>
              <a:rPr lang="en-IN" dirty="0">
                <a:solidFill>
                  <a:schemeClr val="accent3">
                    <a:lumMod val="75000"/>
                  </a:schemeClr>
                </a:solidFill>
              </a:rPr>
              <a:t>➔ Does not provide AI-powered explanations of detected issues.</a:t>
            </a:r>
            <a:br>
              <a:rPr lang="en-IN" dirty="0">
                <a:solidFill>
                  <a:schemeClr val="accent3">
                    <a:lumMod val="75000"/>
                  </a:schemeClr>
                </a:solidFill>
              </a:rPr>
            </a:br>
            <a:r>
              <a:rPr lang="en-IN" dirty="0">
                <a:solidFill>
                  <a:schemeClr val="accent3">
                    <a:lumMod val="75000"/>
                  </a:schemeClr>
                </a:solidFill>
              </a:rPr>
              <a:t>➔ Limited support for integrated remediation guidance.</a:t>
            </a:r>
            <a:br>
              <a:rPr lang="en-IN" dirty="0">
                <a:solidFill>
                  <a:schemeClr val="accent3">
                    <a:lumMod val="75000"/>
                  </a:schemeClr>
                </a:solidFill>
              </a:rPr>
            </a:br>
            <a:r>
              <a:rPr lang="en-IN" dirty="0">
                <a:solidFill>
                  <a:schemeClr val="accent3">
                    <a:lumMod val="75000"/>
                  </a:schemeClr>
                </a:solidFill>
              </a:rPr>
              <a:t>➔ Developers may need separate tools to analyze code quality and monitor applications.</a:t>
            </a:r>
          </a:p>
          <a:p>
            <a:pPr algn="just"/>
            <a:endParaRPr lang="en-IN" dirty="0">
              <a:solidFill>
                <a:schemeClr val="accent3">
                  <a:lumMod val="75000"/>
                </a:schemeClr>
              </a:solidFill>
            </a:endParaRPr>
          </a:p>
        </p:txBody>
      </p:sp>
    </p:spTree>
    <p:extLst>
      <p:ext uri="{BB962C8B-B14F-4D97-AF65-F5344CB8AC3E}">
        <p14:creationId xmlns:p14="http://schemas.microsoft.com/office/powerpoint/2010/main" val="403604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44"/>
          <p:cNvSpPr txBox="1">
            <a:spLocks noGrp="1"/>
          </p:cNvSpPr>
          <p:nvPr>
            <p:ph type="title"/>
          </p:nvPr>
        </p:nvSpPr>
        <p:spPr>
          <a:xfrm>
            <a:off x="1148657" y="260194"/>
            <a:ext cx="6855088" cy="619105"/>
          </a:xfrm>
          <a:prstGeom prst="rect">
            <a:avLst/>
          </a:prstGeom>
        </p:spPr>
        <p:txBody>
          <a:bodyPr spcFirstLastPara="1" wrap="square" lIns="91425" tIns="91425" rIns="91425" bIns="91425" anchor="b" anchorCtr="0">
            <a:noAutofit/>
          </a:bodyPr>
          <a:lstStyle/>
          <a:p>
            <a:pPr lvl="0"/>
            <a:r>
              <a:rPr lang="en-IN" sz="3200" dirty="0"/>
              <a:t>Research Gap Identification</a:t>
            </a:r>
            <a:endParaRPr sz="3200" dirty="0"/>
          </a:p>
        </p:txBody>
      </p:sp>
      <p:grpSp>
        <p:nvGrpSpPr>
          <p:cNvPr id="443" name="Google Shape;443;p44"/>
          <p:cNvGrpSpPr/>
          <p:nvPr/>
        </p:nvGrpSpPr>
        <p:grpSpPr>
          <a:xfrm>
            <a:off x="8400" y="69700"/>
            <a:ext cx="9135601" cy="5004101"/>
            <a:chOff x="8400" y="69700"/>
            <a:chExt cx="9135601" cy="5004101"/>
          </a:xfrm>
        </p:grpSpPr>
        <p:pic>
          <p:nvPicPr>
            <p:cNvPr id="444" name="Google Shape;444;p44"/>
            <p:cNvPicPr preferRelativeResize="0"/>
            <p:nvPr/>
          </p:nvPicPr>
          <p:blipFill rotWithShape="1">
            <a:blip r:embed="rId3">
              <a:alphaModFix/>
            </a:blip>
            <a:srcRect t="1400" r="83036" b="-1400"/>
            <a:stretch/>
          </p:blipFill>
          <p:spPr>
            <a:xfrm>
              <a:off x="8010525" y="69700"/>
              <a:ext cx="1133476" cy="5004101"/>
            </a:xfrm>
            <a:prstGeom prst="rect">
              <a:avLst/>
            </a:prstGeom>
            <a:noFill/>
            <a:ln>
              <a:noFill/>
            </a:ln>
          </p:spPr>
        </p:pic>
        <p:pic>
          <p:nvPicPr>
            <p:cNvPr id="445" name="Google Shape;445;p44"/>
            <p:cNvPicPr preferRelativeResize="0"/>
            <p:nvPr/>
          </p:nvPicPr>
          <p:blipFill rotWithShape="1">
            <a:blip r:embed="rId3">
              <a:alphaModFix/>
            </a:blip>
            <a:srcRect t="1400" r="83036" b="-1400"/>
            <a:stretch/>
          </p:blipFill>
          <p:spPr>
            <a:xfrm rot="10800000">
              <a:off x="8400" y="69700"/>
              <a:ext cx="1133476" cy="5004101"/>
            </a:xfrm>
            <a:prstGeom prst="rect">
              <a:avLst/>
            </a:prstGeom>
            <a:noFill/>
            <a:ln>
              <a:noFill/>
            </a:ln>
          </p:spPr>
        </p:pic>
      </p:grpSp>
      <p:graphicFrame>
        <p:nvGraphicFramePr>
          <p:cNvPr id="6" name="Table 5">
            <a:extLst>
              <a:ext uri="{FF2B5EF4-FFF2-40B4-BE49-F238E27FC236}">
                <a16:creationId xmlns:a16="http://schemas.microsoft.com/office/drawing/2014/main" id="{C628F5C8-A2EE-FEE9-C5A4-34DBAA33C669}"/>
              </a:ext>
            </a:extLst>
          </p:cNvPr>
          <p:cNvGraphicFramePr>
            <a:graphicFrameLocks noGrp="1"/>
          </p:cNvGraphicFramePr>
          <p:nvPr>
            <p:extLst>
              <p:ext uri="{D42A27DB-BD31-4B8C-83A1-F6EECF244321}">
                <p14:modId xmlns:p14="http://schemas.microsoft.com/office/powerpoint/2010/main" val="2794511113"/>
              </p:ext>
            </p:extLst>
          </p:nvPr>
        </p:nvGraphicFramePr>
        <p:xfrm>
          <a:off x="1499664" y="1063897"/>
          <a:ext cx="5966253" cy="3199700"/>
        </p:xfrm>
        <a:graphic>
          <a:graphicData uri="http://schemas.openxmlformats.org/drawingml/2006/table">
            <a:tbl>
              <a:tblPr>
                <a:tableStyleId>{69CF1AB2-1976-4502-BF36-3FF5EA218861}</a:tableStyleId>
              </a:tblPr>
              <a:tblGrid>
                <a:gridCol w="1988751">
                  <a:extLst>
                    <a:ext uri="{9D8B030D-6E8A-4147-A177-3AD203B41FA5}">
                      <a16:colId xmlns:a16="http://schemas.microsoft.com/office/drawing/2014/main" val="2279795567"/>
                    </a:ext>
                  </a:extLst>
                </a:gridCol>
                <a:gridCol w="1988751">
                  <a:extLst>
                    <a:ext uri="{9D8B030D-6E8A-4147-A177-3AD203B41FA5}">
                      <a16:colId xmlns:a16="http://schemas.microsoft.com/office/drawing/2014/main" val="4058312546"/>
                    </a:ext>
                  </a:extLst>
                </a:gridCol>
                <a:gridCol w="1988751">
                  <a:extLst>
                    <a:ext uri="{9D8B030D-6E8A-4147-A177-3AD203B41FA5}">
                      <a16:colId xmlns:a16="http://schemas.microsoft.com/office/drawing/2014/main" val="1579490320"/>
                    </a:ext>
                  </a:extLst>
                </a:gridCol>
              </a:tblGrid>
              <a:tr h="235607">
                <a:tc>
                  <a:txBody>
                    <a:bodyPr/>
                    <a:lstStyle/>
                    <a:p>
                      <a:pPr algn="ctr">
                        <a:buNone/>
                      </a:pPr>
                      <a:r>
                        <a:rPr lang="en-IN" sz="1100" dirty="0">
                          <a:latin typeface="Archivo" panose="020B0604020202020204" charset="0"/>
                          <a:cs typeface="Archivo" panose="020B0604020202020204" charset="0"/>
                        </a:rPr>
                        <a:t>Feature</a:t>
                      </a:r>
                    </a:p>
                  </a:txBody>
                  <a:tcPr marL="70682" marR="70682" marT="35341" marB="35341" anchor="ctr"/>
                </a:tc>
                <a:tc>
                  <a:txBody>
                    <a:bodyPr/>
                    <a:lstStyle/>
                    <a:p>
                      <a:pPr algn="ctr">
                        <a:buNone/>
                      </a:pPr>
                      <a:r>
                        <a:rPr lang="en-IN" sz="1100" dirty="0">
                          <a:latin typeface="Archivo" panose="020B0604020202020204" charset="0"/>
                          <a:cs typeface="Archivo" panose="020B0604020202020204" charset="0"/>
                        </a:rPr>
                        <a:t>Existing Tools</a:t>
                      </a:r>
                    </a:p>
                  </a:txBody>
                  <a:tcPr marL="70682" marR="70682" marT="35341" marB="35341" anchor="ctr"/>
                </a:tc>
                <a:tc>
                  <a:txBody>
                    <a:bodyPr/>
                    <a:lstStyle/>
                    <a:p>
                      <a:pPr algn="ctr">
                        <a:buNone/>
                      </a:pPr>
                      <a:r>
                        <a:rPr lang="en-IN" sz="1100" dirty="0">
                          <a:latin typeface="Archivo" panose="020B0604020202020204" charset="0"/>
                          <a:cs typeface="Archivo" panose="020B0604020202020204" charset="0"/>
                        </a:rPr>
                        <a:t>VeriCode AI</a:t>
                      </a:r>
                    </a:p>
                  </a:txBody>
                  <a:tcPr marL="70682" marR="70682" marT="35341" marB="35341" anchor="ctr"/>
                </a:tc>
                <a:extLst>
                  <a:ext uri="{0D108BD9-81ED-4DB2-BD59-A6C34878D82A}">
                    <a16:rowId xmlns:a16="http://schemas.microsoft.com/office/drawing/2014/main" val="620097120"/>
                  </a:ext>
                </a:extLst>
              </a:tr>
              <a:tr h="400532">
                <a:tc>
                  <a:txBody>
                    <a:bodyPr/>
                    <a:lstStyle/>
                    <a:p>
                      <a:pPr algn="ctr">
                        <a:buNone/>
                      </a:pPr>
                      <a:r>
                        <a:rPr lang="en-IN" sz="1100" dirty="0"/>
                        <a:t>Code Quality Analysis</a:t>
                      </a:r>
                      <a:endParaRPr lang="en-IN" sz="1100" dirty="0">
                        <a:latin typeface="Archivo" panose="020B0604020202020204" charset="0"/>
                        <a:cs typeface="Archivo" panose="020B0604020202020204" charset="0"/>
                      </a:endParaRPr>
                    </a:p>
                  </a:txBody>
                  <a:tcPr marL="70682" marR="70682" marT="35341" marB="35341" anchor="ctr"/>
                </a:tc>
                <a:tc>
                  <a:txBody>
                    <a:bodyPr/>
                    <a:lstStyle/>
                    <a:p>
                      <a:pPr algn="ctr">
                        <a:buNone/>
                      </a:pPr>
                      <a:r>
                        <a:rPr lang="en-IN" sz="1100" dirty="0">
                          <a:latin typeface="Archivo" panose="020B0604020202020204" charset="0"/>
                          <a:cs typeface="Archivo" panose="020B0604020202020204" charset="0"/>
                        </a:rPr>
                        <a:t>✅</a:t>
                      </a:r>
                    </a:p>
                  </a:txBody>
                  <a:tcPr marL="70682" marR="70682" marT="35341" marB="35341" anchor="ctr"/>
                </a:tc>
                <a:tc>
                  <a:txBody>
                    <a:bodyPr/>
                    <a:lstStyle/>
                    <a:p>
                      <a:pPr algn="ctr">
                        <a:buNone/>
                      </a:pPr>
                      <a:r>
                        <a:rPr lang="en-IN" sz="1100" dirty="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2337260217"/>
                  </a:ext>
                </a:extLst>
              </a:tr>
              <a:tr h="235607">
                <a:tc>
                  <a:txBody>
                    <a:bodyPr/>
                    <a:lstStyle/>
                    <a:p>
                      <a:pPr algn="ctr">
                        <a:buNone/>
                      </a:pPr>
                      <a:r>
                        <a:rPr lang="en-IN" sz="1100" dirty="0"/>
                        <a:t>Vulnerability Detection</a:t>
                      </a:r>
                      <a:endParaRPr lang="en-IN" sz="1100" dirty="0">
                        <a:latin typeface="Archivo" panose="020B0604020202020204" charset="0"/>
                        <a:cs typeface="Archivo" panose="020B0604020202020204" charset="0"/>
                      </a:endParaRPr>
                    </a:p>
                  </a:txBody>
                  <a:tcPr marL="70682" marR="70682" marT="35341" marB="35341" anchor="ctr"/>
                </a:tc>
                <a:tc>
                  <a:txBody>
                    <a:bodyPr/>
                    <a:lstStyle/>
                    <a:p>
                      <a:pPr algn="ctr">
                        <a:buNone/>
                      </a:pPr>
                      <a:r>
                        <a:rPr lang="en-IN" sz="1100">
                          <a:latin typeface="Archivo" panose="020B0604020202020204" charset="0"/>
                          <a:cs typeface="Archivo" panose="020B0604020202020204" charset="0"/>
                        </a:rPr>
                        <a:t>✅</a:t>
                      </a:r>
                    </a:p>
                  </a:txBody>
                  <a:tcPr marL="70682" marR="70682" marT="35341" marB="35341" anchor="ctr"/>
                </a:tc>
                <a:tc>
                  <a:txBody>
                    <a:bodyPr/>
                    <a:lstStyle/>
                    <a:p>
                      <a:pPr algn="ct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279063432"/>
                  </a:ext>
                </a:extLst>
              </a:tr>
              <a:tr h="235607">
                <a:tc>
                  <a:txBody>
                    <a:bodyPr/>
                    <a:lstStyle/>
                    <a:p>
                      <a:pPr algn="ctr">
                        <a:buNone/>
                      </a:pPr>
                      <a:r>
                        <a:rPr lang="en-IN" sz="1100" dirty="0">
                          <a:latin typeface="Archivo" panose="020B0604020202020204" charset="0"/>
                          <a:cs typeface="Archivo" panose="020B0604020202020204" charset="0"/>
                        </a:rPr>
                        <a:t>Dependency Scanning</a:t>
                      </a:r>
                    </a:p>
                  </a:txBody>
                  <a:tcPr marL="70682" marR="70682" marT="35341" marB="35341"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100" dirty="0">
                          <a:latin typeface="Archivo" panose="020B0604020202020204" charset="0"/>
                          <a:cs typeface="Archivo" panose="020B0604020202020204" charset="0"/>
                        </a:rPr>
                        <a:t>❌ (Separate Tool)</a:t>
                      </a:r>
                    </a:p>
                  </a:txBody>
                  <a:tcPr marL="70682" marR="70682" marT="35341" marB="35341" anchor="ctr"/>
                </a:tc>
                <a:tc>
                  <a:txBody>
                    <a:bodyPr/>
                    <a:lstStyle/>
                    <a:p>
                      <a:pPr algn="ct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22012548"/>
                  </a:ext>
                </a:extLst>
              </a:tr>
              <a:tr h="235607">
                <a:tc>
                  <a:txBody>
                    <a:bodyPr/>
                    <a:lstStyle/>
                    <a:p>
                      <a:pPr algn="ctr">
                        <a:buNone/>
                      </a:pPr>
                      <a:r>
                        <a:rPr lang="en-IN" sz="1100" dirty="0"/>
                        <a:t>Centralized Security Dashboard</a:t>
                      </a:r>
                      <a:endParaRPr lang="en-IN" sz="1100" dirty="0">
                        <a:latin typeface="Archivo" panose="020B0604020202020204" charset="0"/>
                        <a:cs typeface="Archivo" panose="020B0604020202020204" charset="0"/>
                      </a:endParaRPr>
                    </a:p>
                  </a:txBody>
                  <a:tcPr marL="70682" marR="70682" marT="35341" marB="35341" anchor="ctr"/>
                </a:tc>
                <a:tc>
                  <a:txBody>
                    <a:bodyPr/>
                    <a:lstStyle/>
                    <a:p>
                      <a:pPr algn="ctr">
                        <a:buNone/>
                      </a:pPr>
                      <a:r>
                        <a:rPr lang="en-IN" sz="1100" dirty="0">
                          <a:latin typeface="Archivo" panose="020B0604020202020204" charset="0"/>
                          <a:cs typeface="Archivo" panose="020B0604020202020204" charset="0"/>
                        </a:rPr>
                        <a:t>❌</a:t>
                      </a:r>
                    </a:p>
                  </a:txBody>
                  <a:tcPr marL="70682" marR="70682" marT="35341" marB="35341" anchor="ctr"/>
                </a:tc>
                <a:tc>
                  <a:txBody>
                    <a:bodyPr/>
                    <a:lstStyle/>
                    <a:p>
                      <a:pPr algn="ct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4138394982"/>
                  </a:ext>
                </a:extLst>
              </a:tr>
              <a:tr h="400532">
                <a:tc>
                  <a:txBody>
                    <a:bodyPr/>
                    <a:lstStyle/>
                    <a:p>
                      <a:pPr algn="ctr">
                        <a:buNone/>
                      </a:pPr>
                      <a:r>
                        <a:rPr lang="en-IN" sz="1100" dirty="0"/>
                        <a:t>AI-Based Issue Explanation</a:t>
                      </a:r>
                      <a:endParaRPr lang="en-IN" sz="1100" dirty="0">
                        <a:latin typeface="Archivo" panose="020B0604020202020204" charset="0"/>
                        <a:cs typeface="Archivo" panose="020B0604020202020204" charset="0"/>
                      </a:endParaRPr>
                    </a:p>
                  </a:txBody>
                  <a:tcPr marL="70682" marR="70682" marT="35341" marB="35341" anchor="ctr"/>
                </a:tc>
                <a:tc>
                  <a:txBody>
                    <a:bodyPr/>
                    <a:lstStyle/>
                    <a:p>
                      <a:pPr algn="ctr">
                        <a:buNone/>
                      </a:pPr>
                      <a:r>
                        <a:rPr lang="en-IN" sz="1100" dirty="0">
                          <a:latin typeface="Archivo" panose="020B0604020202020204" charset="0"/>
                          <a:cs typeface="Archivo" panose="020B0604020202020204" charset="0"/>
                        </a:rPr>
                        <a:t>Limited</a:t>
                      </a:r>
                    </a:p>
                  </a:txBody>
                  <a:tcPr marL="70682" marR="70682" marT="35341" marB="35341" anchor="ctr"/>
                </a:tc>
                <a:tc>
                  <a:txBody>
                    <a:bodyPr/>
                    <a:lstStyle/>
                    <a:p>
                      <a:pPr algn="ct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127097623"/>
                  </a:ext>
                </a:extLst>
              </a:tr>
              <a:tr h="400532">
                <a:tc>
                  <a:txBody>
                    <a:bodyPr/>
                    <a:lstStyle/>
                    <a:p>
                      <a:pPr algn="ctr">
                        <a:buNone/>
                      </a:pPr>
                      <a:r>
                        <a:rPr lang="en-IN" sz="1100" dirty="0"/>
                        <a:t>Fix Recommendations</a:t>
                      </a:r>
                      <a:endParaRPr lang="en-IN" sz="1100" dirty="0">
                        <a:latin typeface="Archivo" panose="020B0604020202020204" charset="0"/>
                        <a:cs typeface="Archivo" panose="020B0604020202020204" charset="0"/>
                      </a:endParaRPr>
                    </a:p>
                  </a:txBody>
                  <a:tcPr marL="70682" marR="70682" marT="35341" marB="35341" anchor="ctr"/>
                </a:tc>
                <a:tc>
                  <a:txBody>
                    <a:bodyPr/>
                    <a:lstStyle/>
                    <a:p>
                      <a:pPr algn="ctr">
                        <a:buNone/>
                      </a:pPr>
                      <a:r>
                        <a:rPr lang="en-IN" sz="1100" dirty="0">
                          <a:latin typeface="Archivo" panose="020B0604020202020204" charset="0"/>
                          <a:cs typeface="Archivo" panose="020B0604020202020204" charset="0"/>
                        </a:rPr>
                        <a:t>Limited</a:t>
                      </a:r>
                    </a:p>
                  </a:txBody>
                  <a:tcPr marL="70682" marR="70682" marT="35341" marB="35341" anchor="ctr"/>
                </a:tc>
                <a:tc>
                  <a:txBody>
                    <a:bodyPr/>
                    <a:lstStyle/>
                    <a:p>
                      <a:pPr algn="ct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111836563"/>
                  </a:ext>
                </a:extLst>
              </a:tr>
              <a:tr h="235607">
                <a:tc>
                  <a:txBody>
                    <a:bodyPr/>
                    <a:lstStyle/>
                    <a:p>
                      <a:pPr algn="ctr">
                        <a:buNone/>
                      </a:pPr>
                      <a:r>
                        <a:rPr lang="en-IN" sz="1100" dirty="0"/>
                        <a:t>Unified Security Analysis</a:t>
                      </a:r>
                      <a:endParaRPr lang="en-IN" sz="1100" dirty="0">
                        <a:latin typeface="Archivo" panose="020B0604020202020204" charset="0"/>
                        <a:cs typeface="Archivo" panose="020B0604020202020204" charset="0"/>
                      </a:endParaRPr>
                    </a:p>
                  </a:txBody>
                  <a:tcPr marL="70682" marR="70682" marT="35341" marB="35341" anchor="ctr"/>
                </a:tc>
                <a:tc>
                  <a:txBody>
                    <a:bodyPr/>
                    <a:lstStyle/>
                    <a:p>
                      <a:pPr algn="ctr">
                        <a:buNone/>
                      </a:pPr>
                      <a:r>
                        <a:rPr lang="en-IN" sz="1100">
                          <a:latin typeface="Archivo" panose="020B0604020202020204" charset="0"/>
                          <a:cs typeface="Archivo" panose="020B0604020202020204" charset="0"/>
                        </a:rPr>
                        <a:t>❌</a:t>
                      </a:r>
                    </a:p>
                  </a:txBody>
                  <a:tcPr marL="70682" marR="70682" marT="35341" marB="35341" anchor="ctr"/>
                </a:tc>
                <a:tc>
                  <a:txBody>
                    <a:bodyPr/>
                    <a:lstStyle/>
                    <a:p>
                      <a:pPr algn="ct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615125255"/>
                  </a:ext>
                </a:extLst>
              </a:tr>
              <a:tr h="235607">
                <a:tc>
                  <a:txBody>
                    <a:bodyPr/>
                    <a:lstStyle/>
                    <a:p>
                      <a:pPr algn="ctr">
                        <a:buNone/>
                      </a:pPr>
                      <a:r>
                        <a:rPr lang="en-IN" sz="1100" dirty="0"/>
                        <a:t>DevSecOps Integration</a:t>
                      </a:r>
                      <a:endParaRPr lang="en-IN" sz="1100" dirty="0">
                        <a:latin typeface="Archivo" panose="020B0604020202020204" charset="0"/>
                        <a:cs typeface="Archivo" panose="020B0604020202020204" charset="0"/>
                      </a:endParaRPr>
                    </a:p>
                  </a:txBody>
                  <a:tcPr marL="70682" marR="70682" marT="35341" marB="35341" anchor="ctr"/>
                </a:tc>
                <a:tc>
                  <a:txBody>
                    <a:bodyPr/>
                    <a:lstStyle/>
                    <a:p>
                      <a:pPr algn="ctr">
                        <a:buNone/>
                      </a:pPr>
                      <a:r>
                        <a:rPr lang="en-IN" sz="1100" dirty="0">
                          <a:latin typeface="Archivo" panose="020B0604020202020204" charset="0"/>
                          <a:cs typeface="Archivo" panose="020B0604020202020204" charset="0"/>
                        </a:rPr>
                        <a:t>❌ (Partial)</a:t>
                      </a:r>
                    </a:p>
                  </a:txBody>
                  <a:tcPr marL="70682" marR="70682" marT="35341" marB="35341" anchor="ctr"/>
                </a:tc>
                <a:tc>
                  <a:txBody>
                    <a:bodyPr/>
                    <a:lstStyle/>
                    <a:p>
                      <a:pPr algn="ctr">
                        <a:buNone/>
                      </a:pPr>
                      <a:r>
                        <a:rPr lang="en-IN" sz="110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3885557396"/>
                  </a:ext>
                </a:extLst>
              </a:tr>
              <a:tr h="400532">
                <a:tc>
                  <a:txBody>
                    <a:bodyPr/>
                    <a:lstStyle/>
                    <a:p>
                      <a:pPr algn="ctr">
                        <a:buNone/>
                      </a:pPr>
                      <a:r>
                        <a:rPr lang="en-IN" sz="1100" dirty="0"/>
                        <a:t>Application Monitoring</a:t>
                      </a:r>
                      <a:endParaRPr lang="en-IN" sz="1100" dirty="0">
                        <a:latin typeface="Archivo" panose="020B0604020202020204" charset="0"/>
                        <a:cs typeface="Archivo" panose="020B0604020202020204" charset="0"/>
                      </a:endParaRPr>
                    </a:p>
                  </a:txBody>
                  <a:tcPr marL="70682" marR="70682" marT="35341" marB="35341" anchor="ctr"/>
                </a:tc>
                <a:tc>
                  <a:txBody>
                    <a:bodyPr/>
                    <a:lstStyle/>
                    <a:p>
                      <a:pPr algn="ctr">
                        <a:buNone/>
                      </a:pPr>
                      <a:r>
                        <a:rPr lang="en-IN" sz="1100" dirty="0">
                          <a:latin typeface="Archivo" panose="020B0604020202020204" charset="0"/>
                          <a:cs typeface="Archivo" panose="020B0604020202020204" charset="0"/>
                        </a:rPr>
                        <a:t>❌ (Separate Tool)</a:t>
                      </a:r>
                    </a:p>
                  </a:txBody>
                  <a:tcPr marL="70682" marR="70682" marT="35341" marB="35341" anchor="ctr"/>
                </a:tc>
                <a:tc>
                  <a:txBody>
                    <a:bodyPr/>
                    <a:lstStyle/>
                    <a:p>
                      <a:pPr algn="ctr">
                        <a:buNone/>
                      </a:pPr>
                      <a:r>
                        <a:rPr lang="en-IN" sz="1100" dirty="0">
                          <a:latin typeface="Archivo" panose="020B0604020202020204" charset="0"/>
                          <a:cs typeface="Archivo" panose="020B0604020202020204" charset="0"/>
                        </a:rPr>
                        <a:t>✅</a:t>
                      </a:r>
                    </a:p>
                  </a:txBody>
                  <a:tcPr marL="70682" marR="70682" marT="35341" marB="35341" anchor="ctr"/>
                </a:tc>
                <a:extLst>
                  <a:ext uri="{0D108BD9-81ED-4DB2-BD59-A6C34878D82A}">
                    <a16:rowId xmlns:a16="http://schemas.microsoft.com/office/drawing/2014/main" val="39399451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51BF4-3FDD-908E-A06E-DB68464B8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6EB2DE-0865-6DD4-0B8E-CB483508DBF0}"/>
              </a:ext>
            </a:extLst>
          </p:cNvPr>
          <p:cNvSpPr>
            <a:spLocks noGrp="1"/>
          </p:cNvSpPr>
          <p:nvPr>
            <p:ph type="title"/>
          </p:nvPr>
        </p:nvSpPr>
        <p:spPr>
          <a:xfrm>
            <a:off x="659095" y="242657"/>
            <a:ext cx="7704000" cy="572700"/>
          </a:xfrm>
        </p:spPr>
        <p:txBody>
          <a:bodyPr/>
          <a:lstStyle/>
          <a:p>
            <a:r>
              <a:rPr lang="en-IN" dirty="0"/>
              <a:t>Previous Methodology</a:t>
            </a:r>
          </a:p>
        </p:txBody>
      </p:sp>
      <p:sp>
        <p:nvSpPr>
          <p:cNvPr id="4" name="TextBox 3">
            <a:extLst>
              <a:ext uri="{FF2B5EF4-FFF2-40B4-BE49-F238E27FC236}">
                <a16:creationId xmlns:a16="http://schemas.microsoft.com/office/drawing/2014/main" id="{5CEDFA23-AF82-A354-E017-8FE0250E2A92}"/>
              </a:ext>
            </a:extLst>
          </p:cNvPr>
          <p:cNvSpPr txBox="1"/>
          <p:nvPr/>
        </p:nvSpPr>
        <p:spPr>
          <a:xfrm>
            <a:off x="598190" y="897803"/>
            <a:ext cx="7764905" cy="4308872"/>
          </a:xfrm>
          <a:prstGeom prst="rect">
            <a:avLst/>
          </a:prstGeom>
          <a:noFill/>
        </p:spPr>
        <p:txBody>
          <a:bodyPr wrap="square" rtlCol="0">
            <a:spAutoFit/>
          </a:bodyPr>
          <a:lstStyle/>
          <a:p>
            <a:pPr algn="just"/>
            <a:r>
              <a:rPr lang="en-IN" sz="1800" dirty="0">
                <a:solidFill>
                  <a:schemeClr val="accent3">
                    <a:lumMod val="75000"/>
                  </a:schemeClr>
                </a:solidFill>
              </a:rPr>
              <a:t>Traditional software security follows a mostly separate and manual approach.</a:t>
            </a:r>
          </a:p>
          <a:p>
            <a:pPr algn="just"/>
            <a:r>
              <a:rPr lang="en-IN" dirty="0">
                <a:solidFill>
                  <a:schemeClr val="accent3">
                    <a:lumMod val="75000"/>
                  </a:schemeClr>
                </a:solidFill>
              </a:rPr>
              <a:t>➔ Developers write and maintain the application code.</a:t>
            </a:r>
          </a:p>
          <a:p>
            <a:pPr algn="just"/>
            <a:r>
              <a:rPr lang="en-IN" dirty="0">
                <a:solidFill>
                  <a:schemeClr val="accent3">
                    <a:lumMod val="75000"/>
                  </a:schemeClr>
                </a:solidFill>
              </a:rPr>
              <a:t>➔ Code quality is checked using separate analysis tools.</a:t>
            </a:r>
          </a:p>
          <a:p>
            <a:pPr algn="just"/>
            <a:r>
              <a:rPr lang="en-IN" dirty="0">
                <a:solidFill>
                  <a:schemeClr val="accent3">
                    <a:lumMod val="75000"/>
                  </a:schemeClr>
                </a:solidFill>
              </a:rPr>
              <a:t>➔ Dependencies and container images are scanned using separate security tools.</a:t>
            </a:r>
          </a:p>
          <a:p>
            <a:pPr algn="just"/>
            <a:r>
              <a:rPr lang="en-IN" dirty="0">
                <a:solidFill>
                  <a:schemeClr val="accent3">
                    <a:lumMod val="75000"/>
                  </a:schemeClr>
                </a:solidFill>
              </a:rPr>
              <a:t>➔ Developers manually review the generated technical reports.</a:t>
            </a:r>
          </a:p>
          <a:p>
            <a:pPr algn="just"/>
            <a:r>
              <a:rPr lang="en-IN" dirty="0">
                <a:solidFill>
                  <a:schemeClr val="accent3">
                    <a:lumMod val="75000"/>
                  </a:schemeClr>
                </a:solidFill>
              </a:rPr>
              <a:t>➔ Security issues are investigated and fixed manually.</a:t>
            </a:r>
          </a:p>
          <a:p>
            <a:pPr algn="just"/>
            <a:r>
              <a:rPr lang="en-IN" dirty="0">
                <a:solidFill>
                  <a:schemeClr val="accent3">
                    <a:lumMod val="75000"/>
                  </a:schemeClr>
                </a:solidFill>
              </a:rPr>
              <a:t>➔ Security checks may happen later in the development process, increasing the risk of finding issues before deployment.</a:t>
            </a:r>
          </a:p>
          <a:p>
            <a:pPr algn="just"/>
            <a:endParaRPr lang="en-IN" b="1" dirty="0">
              <a:solidFill>
                <a:schemeClr val="accent3">
                  <a:lumMod val="75000"/>
                </a:schemeClr>
              </a:solidFill>
            </a:endParaRPr>
          </a:p>
          <a:p>
            <a:pPr algn="just"/>
            <a:endParaRPr lang="en-IN" b="1" dirty="0">
              <a:solidFill>
                <a:schemeClr val="accent3">
                  <a:lumMod val="75000"/>
                </a:schemeClr>
              </a:solidFill>
            </a:endParaRPr>
          </a:p>
          <a:p>
            <a:pPr algn="just"/>
            <a:r>
              <a:rPr lang="en-IN" b="1" dirty="0">
                <a:solidFill>
                  <a:schemeClr val="accent3">
                    <a:lumMod val="75000"/>
                  </a:schemeClr>
                </a:solidFill>
              </a:rPr>
              <a:t>Limitations</a:t>
            </a:r>
          </a:p>
          <a:p>
            <a:pPr algn="just"/>
            <a:r>
              <a:rPr lang="en-IN" dirty="0">
                <a:solidFill>
                  <a:schemeClr val="accent3">
                    <a:lumMod val="75000"/>
                  </a:schemeClr>
                </a:solidFill>
              </a:rPr>
              <a:t>➔ Multiple tools require separate analysis and management.</a:t>
            </a:r>
          </a:p>
          <a:p>
            <a:pPr algn="just"/>
            <a:r>
              <a:rPr lang="en-IN" dirty="0">
                <a:solidFill>
                  <a:schemeClr val="accent3">
                    <a:lumMod val="75000"/>
                  </a:schemeClr>
                </a:solidFill>
              </a:rPr>
              <a:t>➔ Technical reports can be difficult for developers to understand quickly.</a:t>
            </a:r>
          </a:p>
          <a:p>
            <a:pPr algn="just"/>
            <a:r>
              <a:rPr lang="en-IN" dirty="0">
                <a:solidFill>
                  <a:schemeClr val="accent3">
                    <a:lumMod val="75000"/>
                  </a:schemeClr>
                </a:solidFill>
              </a:rPr>
              <a:t>➔ Limited AI assistance for explaining security issues.</a:t>
            </a:r>
          </a:p>
          <a:p>
            <a:pPr algn="just"/>
            <a:r>
              <a:rPr lang="en-IN" dirty="0">
                <a:solidFill>
                  <a:schemeClr val="accent3">
                    <a:lumMod val="75000"/>
                  </a:schemeClr>
                </a:solidFill>
              </a:rPr>
              <a:t>➔ Fixing vulnerabilities depends heavily on manual effort.</a:t>
            </a:r>
          </a:p>
          <a:p>
            <a:pPr algn="just"/>
            <a:r>
              <a:rPr lang="en-IN" dirty="0">
                <a:solidFill>
                  <a:schemeClr val="accent3">
                    <a:lumMod val="75000"/>
                  </a:schemeClr>
                </a:solidFill>
              </a:rPr>
              <a:t>➔ No single platform provides a combined view of code quality, security, and monitoring.</a:t>
            </a:r>
          </a:p>
          <a:p>
            <a:pPr algn="just"/>
            <a:endParaRPr lang="en-IN" dirty="0">
              <a:solidFill>
                <a:schemeClr val="accent3">
                  <a:lumMod val="75000"/>
                </a:schemeClr>
              </a:solidFill>
              <a:latin typeface="Archivo" panose="020B0604020202020204" charset="0"/>
              <a:cs typeface="Archivo" panose="020B0604020202020204" charset="0"/>
            </a:endParaRPr>
          </a:p>
          <a:p>
            <a:pPr algn="just"/>
            <a:endParaRPr lang="en-IN" dirty="0"/>
          </a:p>
        </p:txBody>
      </p:sp>
    </p:spTree>
    <p:extLst>
      <p:ext uri="{BB962C8B-B14F-4D97-AF65-F5344CB8AC3E}">
        <p14:creationId xmlns:p14="http://schemas.microsoft.com/office/powerpoint/2010/main" val="3233778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p71"/>
          <p:cNvSpPr txBox="1">
            <a:spLocks noGrp="1"/>
          </p:cNvSpPr>
          <p:nvPr>
            <p:ph type="title"/>
          </p:nvPr>
        </p:nvSpPr>
        <p:spPr>
          <a:xfrm>
            <a:off x="487680" y="350520"/>
            <a:ext cx="3625265" cy="572700"/>
          </a:xfrm>
          <a:prstGeom prst="rect">
            <a:avLst/>
          </a:prstGeom>
        </p:spPr>
        <p:txBody>
          <a:bodyPr spcFirstLastPara="1" wrap="square" lIns="91425" tIns="91425" rIns="91425" bIns="91425" anchor="t" anchorCtr="0">
            <a:noAutofit/>
          </a:bodyPr>
          <a:lstStyle/>
          <a:p>
            <a:pPr lvl="0"/>
            <a:r>
              <a:rPr lang="en-IN" dirty="0"/>
              <a:t>New Methodology</a:t>
            </a:r>
            <a:endParaRPr dirty="0"/>
          </a:p>
        </p:txBody>
      </p:sp>
      <p:sp>
        <p:nvSpPr>
          <p:cNvPr id="871" name="Google Shape;871;p71"/>
          <p:cNvSpPr txBox="1"/>
          <p:nvPr/>
        </p:nvSpPr>
        <p:spPr>
          <a:xfrm>
            <a:off x="5052175" y="1941047"/>
            <a:ext cx="3270900" cy="2559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class Robot:</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def __init__(self, x, y):</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self.x = x</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self.y = y</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def move_up(self):</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self.y += 1</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def move_down(self):</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self.y -= 1</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def move_left(self):</a:t>
            </a:r>
            <a:endParaRPr sz="1000" dirty="0">
              <a:solidFill>
                <a:schemeClr val="lt1"/>
              </a:solidFill>
              <a:latin typeface="IBM Plex Mono"/>
              <a:ea typeface="IBM Plex Mono"/>
              <a:cs typeface="IBM Plex Mono"/>
              <a:sym typeface="IBM Plex Mono"/>
            </a:endParaRPr>
          </a:p>
          <a:p>
            <a:pPr marL="0" lvl="0" indent="0" algn="l"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        self.x -= 1</a:t>
            </a:r>
            <a:endParaRPr sz="1000" dirty="0">
              <a:solidFill>
                <a:schemeClr val="lt1"/>
              </a:solidFill>
              <a:latin typeface="IBM Plex Mono"/>
              <a:ea typeface="IBM Plex Mono"/>
              <a:cs typeface="IBM Plex Mono"/>
              <a:sym typeface="IBM Plex Mono"/>
            </a:endParaRPr>
          </a:p>
          <a:p>
            <a:pPr marL="0" lvl="0" indent="0" algn="r" rtl="0">
              <a:lnSpc>
                <a:spcPct val="115000"/>
              </a:lnSpc>
              <a:spcBef>
                <a:spcPts val="0"/>
              </a:spcBef>
              <a:spcAft>
                <a:spcPts val="0"/>
              </a:spcAft>
              <a:buNone/>
            </a:pPr>
            <a:r>
              <a:rPr lang="de" sz="1000" dirty="0">
                <a:solidFill>
                  <a:schemeClr val="lt1"/>
                </a:solidFill>
                <a:latin typeface="IBM Plex Mono"/>
                <a:ea typeface="IBM Plex Mono"/>
                <a:cs typeface="IBM Plex Mono"/>
                <a:sym typeface="IBM Plex Mono"/>
              </a:rPr>
              <a:t>…………</a:t>
            </a:r>
            <a:endParaRPr sz="1000" dirty="0">
              <a:solidFill>
                <a:schemeClr val="lt1"/>
              </a:solidFill>
              <a:latin typeface="IBM Plex Mono"/>
              <a:ea typeface="IBM Plex Mono"/>
              <a:cs typeface="IBM Plex Mono"/>
              <a:sym typeface="IBM Plex Mono"/>
            </a:endParaRPr>
          </a:p>
        </p:txBody>
      </p:sp>
      <p:sp>
        <p:nvSpPr>
          <p:cNvPr id="872" name="Google Shape;872;p71"/>
          <p:cNvSpPr txBox="1"/>
          <p:nvPr/>
        </p:nvSpPr>
        <p:spPr>
          <a:xfrm>
            <a:off x="487680" y="1017725"/>
            <a:ext cx="8176260" cy="3775255"/>
          </a:xfrm>
          <a:prstGeom prst="rect">
            <a:avLst/>
          </a:prstGeom>
          <a:noFill/>
          <a:ln>
            <a:noFill/>
          </a:ln>
        </p:spPr>
        <p:txBody>
          <a:bodyPr spcFirstLastPara="1" wrap="square" lIns="91425" tIns="91425" rIns="91425" bIns="91425" anchor="t" anchorCtr="0">
            <a:noAutofit/>
          </a:bodyPr>
          <a:lstStyle/>
          <a:p>
            <a:r>
              <a:rPr lang="en-IN" dirty="0">
                <a:solidFill>
                  <a:schemeClr val="accent3">
                    <a:lumMod val="75000"/>
                  </a:schemeClr>
                </a:solidFill>
              </a:rPr>
              <a:t>The proposed system follows an integrated </a:t>
            </a:r>
            <a:r>
              <a:rPr lang="en-IN" b="1" dirty="0">
                <a:solidFill>
                  <a:schemeClr val="accent3">
                    <a:lumMod val="75000"/>
                  </a:schemeClr>
                </a:solidFill>
              </a:rPr>
              <a:t>AI-based DevSecOps approach</a:t>
            </a:r>
            <a:r>
              <a:rPr lang="en-IN" dirty="0">
                <a:solidFill>
                  <a:schemeClr val="accent3">
                    <a:lumMod val="75000"/>
                  </a:schemeClr>
                </a:solidFill>
              </a:rPr>
              <a:t> for analyzing and securing software projects.</a:t>
            </a:r>
          </a:p>
          <a:p>
            <a:endParaRPr lang="en-IN" dirty="0">
              <a:solidFill>
                <a:schemeClr val="accent3">
                  <a:lumMod val="75000"/>
                </a:schemeClr>
              </a:solidFill>
            </a:endParaRPr>
          </a:p>
          <a:p>
            <a:pPr lvl="0"/>
            <a:r>
              <a:rPr lang="en-IN" dirty="0">
                <a:solidFill>
                  <a:schemeClr val="tx1">
                    <a:lumMod val="90000"/>
                    <a:lumOff val="10000"/>
                  </a:schemeClr>
                </a:solidFill>
              </a:rPr>
              <a:t>➔ </a:t>
            </a:r>
            <a:r>
              <a:rPr lang="en-IN" b="1" dirty="0">
                <a:solidFill>
                  <a:schemeClr val="accent3">
                    <a:lumMod val="75000"/>
                  </a:schemeClr>
                </a:solidFill>
              </a:rPr>
              <a:t>GitHub Integration:</a:t>
            </a:r>
            <a:r>
              <a:rPr lang="en-IN" dirty="0">
                <a:solidFill>
                  <a:schemeClr val="accent3">
                    <a:lumMod val="75000"/>
                  </a:schemeClr>
                </a:solidFill>
              </a:rPr>
              <a:t> The developer provides the project source code through GitHub. </a:t>
            </a:r>
          </a:p>
          <a:p>
            <a:pPr lvl="0"/>
            <a:r>
              <a:rPr lang="en-IN" dirty="0">
                <a:solidFill>
                  <a:schemeClr val="tx1">
                    <a:lumMod val="90000"/>
                    <a:lumOff val="10000"/>
                  </a:schemeClr>
                </a:solidFill>
              </a:rPr>
              <a:t>➔ </a:t>
            </a:r>
            <a:r>
              <a:rPr lang="en-IN" b="1" dirty="0">
                <a:solidFill>
                  <a:schemeClr val="accent3">
                    <a:lumMod val="75000"/>
                  </a:schemeClr>
                </a:solidFill>
              </a:rPr>
              <a:t>Code Analysis:</a:t>
            </a:r>
            <a:r>
              <a:rPr lang="en-IN" dirty="0">
                <a:solidFill>
                  <a:schemeClr val="accent3">
                    <a:lumMod val="75000"/>
                  </a:schemeClr>
                </a:solidFill>
              </a:rPr>
              <a:t> SonarQube analyzes the source code for bugs, code smells, and security issues. </a:t>
            </a:r>
          </a:p>
          <a:p>
            <a:pPr lvl="0"/>
            <a:r>
              <a:rPr lang="en-IN" dirty="0">
                <a:solidFill>
                  <a:schemeClr val="tx1">
                    <a:lumMod val="90000"/>
                    <a:lumOff val="10000"/>
                  </a:schemeClr>
                </a:solidFill>
              </a:rPr>
              <a:t>➔ </a:t>
            </a:r>
            <a:r>
              <a:rPr lang="en-IN" b="1" dirty="0">
                <a:solidFill>
                  <a:schemeClr val="accent3">
                    <a:lumMod val="75000"/>
                  </a:schemeClr>
                </a:solidFill>
              </a:rPr>
              <a:t>Vulnerability Scanning:</a:t>
            </a:r>
            <a:r>
              <a:rPr lang="en-IN" dirty="0">
                <a:solidFill>
                  <a:schemeClr val="accent3">
                    <a:lumMod val="75000"/>
                  </a:schemeClr>
                </a:solidFill>
              </a:rPr>
              <a:t> Trivy checks project dependencies and container images for known vulnerabilities. </a:t>
            </a:r>
          </a:p>
          <a:p>
            <a:pPr lvl="0"/>
            <a:r>
              <a:rPr lang="en-IN" dirty="0">
                <a:solidFill>
                  <a:schemeClr val="tx1">
                    <a:lumMod val="90000"/>
                    <a:lumOff val="10000"/>
                  </a:schemeClr>
                </a:solidFill>
              </a:rPr>
              <a:t>➔ </a:t>
            </a:r>
            <a:r>
              <a:rPr lang="en-IN" b="1" dirty="0">
                <a:solidFill>
                  <a:schemeClr val="accent3">
                    <a:lumMod val="75000"/>
                  </a:schemeClr>
                </a:solidFill>
              </a:rPr>
              <a:t>AI Analysis:</a:t>
            </a:r>
            <a:r>
              <a:rPr lang="en-IN" dirty="0">
                <a:solidFill>
                  <a:schemeClr val="accent3">
                    <a:lumMod val="75000"/>
                  </a:schemeClr>
                </a:solidFill>
              </a:rPr>
              <a:t> The Python-based AI module analyzes the detected issues and provides simple explanations and possible remediation suggestions. </a:t>
            </a:r>
          </a:p>
          <a:p>
            <a:pPr lvl="0"/>
            <a:r>
              <a:rPr lang="en-IN" dirty="0">
                <a:solidFill>
                  <a:schemeClr val="tx1">
                    <a:lumMod val="90000"/>
                    <a:lumOff val="10000"/>
                  </a:schemeClr>
                </a:solidFill>
              </a:rPr>
              <a:t>➔ </a:t>
            </a:r>
            <a:r>
              <a:rPr lang="en-IN" b="1" dirty="0">
                <a:solidFill>
                  <a:schemeClr val="accent3">
                    <a:lumMod val="75000"/>
                  </a:schemeClr>
                </a:solidFill>
              </a:rPr>
              <a:t>Centralized Dashboard:</a:t>
            </a:r>
            <a:r>
              <a:rPr lang="en-IN" dirty="0">
                <a:solidFill>
                  <a:schemeClr val="accent3">
                    <a:lumMod val="75000"/>
                  </a:schemeClr>
                </a:solidFill>
              </a:rPr>
              <a:t> React.js displays the scan results, security status, and AI recommendations in one place. </a:t>
            </a:r>
          </a:p>
          <a:p>
            <a:pPr lvl="0"/>
            <a:r>
              <a:rPr lang="en-IN" dirty="0">
                <a:solidFill>
                  <a:schemeClr val="tx1">
                    <a:lumMod val="90000"/>
                    <a:lumOff val="10000"/>
                  </a:schemeClr>
                </a:solidFill>
              </a:rPr>
              <a:t>➔ </a:t>
            </a:r>
            <a:r>
              <a:rPr lang="en-IN" b="1" dirty="0">
                <a:solidFill>
                  <a:schemeClr val="accent3">
                    <a:lumMod val="75000"/>
                  </a:schemeClr>
                </a:solidFill>
              </a:rPr>
              <a:t>Data Storage:</a:t>
            </a:r>
            <a:r>
              <a:rPr lang="en-IN" dirty="0">
                <a:solidFill>
                  <a:schemeClr val="accent3">
                    <a:lumMod val="75000"/>
                  </a:schemeClr>
                </a:solidFill>
              </a:rPr>
              <a:t> PostgreSQL stores project details, scan results, vulnerabilities, and recommendations. </a:t>
            </a:r>
          </a:p>
          <a:p>
            <a:pPr lvl="0"/>
            <a:r>
              <a:rPr lang="en-IN" dirty="0">
                <a:solidFill>
                  <a:schemeClr val="tx1">
                    <a:lumMod val="90000"/>
                    <a:lumOff val="10000"/>
                  </a:schemeClr>
                </a:solidFill>
              </a:rPr>
              <a:t>➔ </a:t>
            </a:r>
            <a:r>
              <a:rPr lang="en-IN" b="1" dirty="0">
                <a:solidFill>
                  <a:schemeClr val="accent3">
                    <a:lumMod val="75000"/>
                  </a:schemeClr>
                </a:solidFill>
              </a:rPr>
              <a:t>DevOps &amp; Deployment:</a:t>
            </a:r>
            <a:r>
              <a:rPr lang="en-IN" dirty="0">
                <a:solidFill>
                  <a:schemeClr val="accent3">
                    <a:lumMod val="75000"/>
                  </a:schemeClr>
                </a:solidFill>
              </a:rPr>
              <a:t> Docker supports containerized deployment and GitHub supports the development workflow. </a:t>
            </a:r>
          </a:p>
          <a:p>
            <a:pPr lvl="0"/>
            <a:r>
              <a:rPr lang="en-IN" dirty="0">
                <a:solidFill>
                  <a:schemeClr val="tx1">
                    <a:lumMod val="90000"/>
                    <a:lumOff val="10000"/>
                  </a:schemeClr>
                </a:solidFill>
              </a:rPr>
              <a:t>➔ </a:t>
            </a:r>
            <a:r>
              <a:rPr lang="en-IN" b="1" dirty="0">
                <a:solidFill>
                  <a:schemeClr val="accent3">
                    <a:lumMod val="75000"/>
                  </a:schemeClr>
                </a:solidFill>
              </a:rPr>
              <a:t>Monitoring:</a:t>
            </a:r>
            <a:r>
              <a:rPr lang="en-IN" dirty="0">
                <a:solidFill>
                  <a:schemeClr val="accent3">
                    <a:lumMod val="75000"/>
                  </a:schemeClr>
                </a:solidFill>
              </a:rPr>
              <a:t> Prometheus collects application metrics and Grafana provides visual monitoring of system health.</a:t>
            </a:r>
          </a:p>
          <a:p>
            <a:endParaRPr lang="en-IN" dirty="0">
              <a:solidFill>
                <a:schemeClr val="accent3">
                  <a:lumMod val="75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37">
          <a:extLst>
            <a:ext uri="{FF2B5EF4-FFF2-40B4-BE49-F238E27FC236}">
              <a16:creationId xmlns:a16="http://schemas.microsoft.com/office/drawing/2014/main" id="{1FF18B37-EDE7-4680-B17A-6D1C1143B151}"/>
            </a:ext>
          </a:extLst>
        </p:cNvPr>
        <p:cNvGrpSpPr/>
        <p:nvPr/>
      </p:nvGrpSpPr>
      <p:grpSpPr>
        <a:xfrm>
          <a:off x="0" y="0"/>
          <a:ext cx="0" cy="0"/>
          <a:chOff x="0" y="0"/>
          <a:chExt cx="0" cy="0"/>
        </a:xfrm>
      </p:grpSpPr>
      <p:sp>
        <p:nvSpPr>
          <p:cNvPr id="538" name="Google Shape;538;p52">
            <a:extLst>
              <a:ext uri="{FF2B5EF4-FFF2-40B4-BE49-F238E27FC236}">
                <a16:creationId xmlns:a16="http://schemas.microsoft.com/office/drawing/2014/main" id="{1E4AA8E2-121A-9F95-1ABC-5FFB22869E8B}"/>
              </a:ext>
            </a:extLst>
          </p:cNvPr>
          <p:cNvSpPr txBox="1">
            <a:spLocks noGrp="1"/>
          </p:cNvSpPr>
          <p:nvPr>
            <p:ph type="title"/>
          </p:nvPr>
        </p:nvSpPr>
        <p:spPr>
          <a:xfrm>
            <a:off x="1257301" y="273546"/>
            <a:ext cx="3459479" cy="661800"/>
          </a:xfrm>
          <a:prstGeom prst="rect">
            <a:avLst/>
          </a:prstGeom>
        </p:spPr>
        <p:txBody>
          <a:bodyPr spcFirstLastPara="1" wrap="square" lIns="91425" tIns="91425" rIns="91425" bIns="91425" anchor="t" anchorCtr="0">
            <a:noAutofit/>
          </a:bodyPr>
          <a:lstStyle/>
          <a:p>
            <a:pPr lvl="0" algn="l"/>
            <a:r>
              <a:rPr lang="en-IN" dirty="0"/>
              <a:t>New Methodology</a:t>
            </a:r>
            <a:endParaRPr dirty="0"/>
          </a:p>
        </p:txBody>
      </p:sp>
      <p:grpSp>
        <p:nvGrpSpPr>
          <p:cNvPr id="540" name="Google Shape;540;p52">
            <a:extLst>
              <a:ext uri="{FF2B5EF4-FFF2-40B4-BE49-F238E27FC236}">
                <a16:creationId xmlns:a16="http://schemas.microsoft.com/office/drawing/2014/main" id="{E62B6CE2-A770-DB7B-17EF-18BD78BC2E9E}"/>
              </a:ext>
            </a:extLst>
          </p:cNvPr>
          <p:cNvGrpSpPr/>
          <p:nvPr/>
        </p:nvGrpSpPr>
        <p:grpSpPr>
          <a:xfrm>
            <a:off x="-1839154" y="-57150"/>
            <a:ext cx="4468128" cy="5219700"/>
            <a:chOff x="-1839154" y="-57150"/>
            <a:chExt cx="4468128" cy="5219700"/>
          </a:xfrm>
        </p:grpSpPr>
        <p:pic>
          <p:nvPicPr>
            <p:cNvPr id="541" name="Google Shape;541;p52">
              <a:extLst>
                <a:ext uri="{FF2B5EF4-FFF2-40B4-BE49-F238E27FC236}">
                  <a16:creationId xmlns:a16="http://schemas.microsoft.com/office/drawing/2014/main" id="{60010014-06A0-A69E-1265-7EA30238670F}"/>
                </a:ext>
              </a:extLst>
            </p:cNvPr>
            <p:cNvPicPr preferRelativeResize="0"/>
            <p:nvPr/>
          </p:nvPicPr>
          <p:blipFill rotWithShape="1">
            <a:blip r:embed="rId3">
              <a:alphaModFix amt="63000"/>
            </a:blip>
            <a:srcRect l="6927" t="18643" r="3347" b="8188"/>
            <a:stretch/>
          </p:blipFill>
          <p:spPr>
            <a:xfrm rot="-5400000">
              <a:off x="-2076450" y="1828800"/>
              <a:ext cx="5219700" cy="1447800"/>
            </a:xfrm>
            <a:prstGeom prst="rect">
              <a:avLst/>
            </a:prstGeom>
            <a:noFill/>
            <a:ln>
              <a:noFill/>
            </a:ln>
          </p:spPr>
        </p:pic>
        <p:pic>
          <p:nvPicPr>
            <p:cNvPr id="542" name="Google Shape;542;p52">
              <a:extLst>
                <a:ext uri="{FF2B5EF4-FFF2-40B4-BE49-F238E27FC236}">
                  <a16:creationId xmlns:a16="http://schemas.microsoft.com/office/drawing/2014/main" id="{DC65CA5E-0F80-A711-E2B4-5B1EDA44C4CC}"/>
                </a:ext>
              </a:extLst>
            </p:cNvPr>
            <p:cNvPicPr preferRelativeResize="0"/>
            <p:nvPr/>
          </p:nvPicPr>
          <p:blipFill rotWithShape="1">
            <a:blip r:embed="rId4">
              <a:alphaModFix/>
            </a:blip>
            <a:srcRect r="41596"/>
            <a:stretch/>
          </p:blipFill>
          <p:spPr>
            <a:xfrm rot="5400000">
              <a:off x="-220851" y="1052975"/>
              <a:ext cx="2428876" cy="780125"/>
            </a:xfrm>
            <a:prstGeom prst="rect">
              <a:avLst/>
            </a:prstGeom>
            <a:noFill/>
            <a:ln>
              <a:noFill/>
            </a:ln>
          </p:spPr>
        </p:pic>
        <p:pic>
          <p:nvPicPr>
            <p:cNvPr id="543" name="Google Shape;543;p52">
              <a:extLst>
                <a:ext uri="{FF2B5EF4-FFF2-40B4-BE49-F238E27FC236}">
                  <a16:creationId xmlns:a16="http://schemas.microsoft.com/office/drawing/2014/main" id="{2C79DAA9-77D4-B9C0-6836-5E5390191EE7}"/>
                </a:ext>
              </a:extLst>
            </p:cNvPr>
            <p:cNvPicPr preferRelativeResize="0"/>
            <p:nvPr/>
          </p:nvPicPr>
          <p:blipFill rotWithShape="1">
            <a:blip r:embed="rId5">
              <a:alphaModFix/>
            </a:blip>
            <a:srcRect b="5393"/>
            <a:stretch/>
          </p:blipFill>
          <p:spPr>
            <a:xfrm rot="5400000">
              <a:off x="-844313" y="1822787"/>
              <a:ext cx="3148475" cy="1497951"/>
            </a:xfrm>
            <a:prstGeom prst="rect">
              <a:avLst/>
            </a:prstGeom>
            <a:noFill/>
            <a:ln>
              <a:noFill/>
            </a:ln>
          </p:spPr>
        </p:pic>
        <p:pic>
          <p:nvPicPr>
            <p:cNvPr id="544" name="Google Shape;544;p52">
              <a:extLst>
                <a:ext uri="{FF2B5EF4-FFF2-40B4-BE49-F238E27FC236}">
                  <a16:creationId xmlns:a16="http://schemas.microsoft.com/office/drawing/2014/main" id="{FE861041-2F89-502B-7C3D-800038CB5BEB}"/>
                </a:ext>
              </a:extLst>
            </p:cNvPr>
            <p:cNvPicPr preferRelativeResize="0"/>
            <p:nvPr/>
          </p:nvPicPr>
          <p:blipFill>
            <a:blip r:embed="rId6">
              <a:alphaModFix/>
            </a:blip>
            <a:stretch>
              <a:fillRect/>
            </a:stretch>
          </p:blipFill>
          <p:spPr>
            <a:xfrm rot="1799998">
              <a:off x="-1552473" y="2126215"/>
              <a:ext cx="3894766" cy="2190318"/>
            </a:xfrm>
            <a:prstGeom prst="rect">
              <a:avLst/>
            </a:prstGeom>
            <a:noFill/>
            <a:ln>
              <a:noFill/>
            </a:ln>
          </p:spPr>
        </p:pic>
      </p:grpSp>
      <p:pic>
        <p:nvPicPr>
          <p:cNvPr id="546" name="Google Shape;546;p52">
            <a:extLst>
              <a:ext uri="{FF2B5EF4-FFF2-40B4-BE49-F238E27FC236}">
                <a16:creationId xmlns:a16="http://schemas.microsoft.com/office/drawing/2014/main" id="{317C0B48-2637-5368-9A22-242E6E025ADE}"/>
              </a:ext>
            </a:extLst>
          </p:cNvPr>
          <p:cNvPicPr preferRelativeResize="0"/>
          <p:nvPr/>
        </p:nvPicPr>
        <p:blipFill>
          <a:blip r:embed="rId7">
            <a:alphaModFix/>
          </a:blip>
          <a:stretch>
            <a:fillRect/>
          </a:stretch>
        </p:blipFill>
        <p:spPr>
          <a:xfrm rot="10800000">
            <a:off x="7973724" y="4603999"/>
            <a:ext cx="456876" cy="242950"/>
          </a:xfrm>
          <a:prstGeom prst="rect">
            <a:avLst/>
          </a:prstGeom>
          <a:noFill/>
          <a:ln>
            <a:noFill/>
          </a:ln>
        </p:spPr>
      </p:pic>
      <p:pic>
        <p:nvPicPr>
          <p:cNvPr id="3" name="Picture 2">
            <a:extLst>
              <a:ext uri="{FF2B5EF4-FFF2-40B4-BE49-F238E27FC236}">
                <a16:creationId xmlns:a16="http://schemas.microsoft.com/office/drawing/2014/main" id="{3EAB4AFC-9818-E0FF-3633-3A060A19EAC1}"/>
              </a:ext>
            </a:extLst>
          </p:cNvPr>
          <p:cNvPicPr>
            <a:picLocks noChangeAspect="1"/>
          </p:cNvPicPr>
          <p:nvPr/>
        </p:nvPicPr>
        <p:blipFill>
          <a:blip r:embed="rId8"/>
          <a:stretch>
            <a:fillRect/>
          </a:stretch>
        </p:blipFill>
        <p:spPr>
          <a:xfrm>
            <a:off x="2177675" y="1113964"/>
            <a:ext cx="5072754" cy="3381836"/>
          </a:xfrm>
          <a:prstGeom prst="rect">
            <a:avLst/>
          </a:prstGeom>
        </p:spPr>
      </p:pic>
    </p:spTree>
    <p:extLst>
      <p:ext uri="{BB962C8B-B14F-4D97-AF65-F5344CB8AC3E}">
        <p14:creationId xmlns:p14="http://schemas.microsoft.com/office/powerpoint/2010/main" val="101651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43"/>
          <p:cNvSpPr txBox="1">
            <a:spLocks noGrp="1"/>
          </p:cNvSpPr>
          <p:nvPr>
            <p:ph type="title"/>
          </p:nvPr>
        </p:nvSpPr>
        <p:spPr>
          <a:xfrm>
            <a:off x="1284336" y="1191442"/>
            <a:ext cx="6265035" cy="150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de" dirty="0"/>
              <a:t>THANKYOU!</a:t>
            </a:r>
            <a:endParaRPr dirty="0"/>
          </a:p>
        </p:txBody>
      </p:sp>
      <p:sp>
        <p:nvSpPr>
          <p:cNvPr id="426" name="Google Shape;426;p43"/>
          <p:cNvSpPr txBox="1">
            <a:spLocks noGrp="1"/>
          </p:cNvSpPr>
          <p:nvPr>
            <p:ph type="subTitle" idx="1"/>
          </p:nvPr>
        </p:nvSpPr>
        <p:spPr>
          <a:xfrm>
            <a:off x="1846268" y="2715124"/>
            <a:ext cx="4872900" cy="1582556"/>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 sz="2000" b="1" dirty="0"/>
              <a:t>Presented By:</a:t>
            </a:r>
          </a:p>
          <a:p>
            <a:pPr marL="0" lvl="0" indent="0"/>
            <a:r>
              <a:rPr lang="de" sz="1600" dirty="0"/>
              <a:t>A</a:t>
            </a:r>
            <a:r>
              <a:rPr lang="en-IN" sz="1600" dirty="0" err="1"/>
              <a:t>gastya</a:t>
            </a:r>
            <a:r>
              <a:rPr lang="en-IN" sz="1600" dirty="0"/>
              <a:t> Singh</a:t>
            </a:r>
          </a:p>
          <a:p>
            <a:pPr marL="0" lvl="0" indent="0"/>
            <a:r>
              <a:rPr lang="en-IN" sz="1600" dirty="0"/>
              <a:t>Challa Saketh Kumar</a:t>
            </a:r>
          </a:p>
          <a:p>
            <a:pPr marL="0" lvl="0" indent="0"/>
            <a:r>
              <a:rPr lang="en-IN" sz="1600" dirty="0"/>
              <a:t>Shaga Yashwanth</a:t>
            </a:r>
            <a:endParaRPr lang="de" sz="1600" dirty="0"/>
          </a:p>
        </p:txBody>
      </p:sp>
      <p:grpSp>
        <p:nvGrpSpPr>
          <p:cNvPr id="427" name="Google Shape;427;p43"/>
          <p:cNvGrpSpPr/>
          <p:nvPr/>
        </p:nvGrpSpPr>
        <p:grpSpPr>
          <a:xfrm>
            <a:off x="-9533" y="-7"/>
            <a:ext cx="2400327" cy="4724750"/>
            <a:chOff x="177793" y="152400"/>
            <a:chExt cx="2292357" cy="4512224"/>
          </a:xfrm>
        </p:grpSpPr>
        <p:pic>
          <p:nvPicPr>
            <p:cNvPr id="428" name="Google Shape;428;p43"/>
            <p:cNvPicPr preferRelativeResize="0"/>
            <p:nvPr/>
          </p:nvPicPr>
          <p:blipFill>
            <a:blip r:embed="rId3">
              <a:alphaModFix/>
            </a:blip>
            <a:stretch>
              <a:fillRect/>
            </a:stretch>
          </p:blipFill>
          <p:spPr>
            <a:xfrm rot="5400000">
              <a:off x="-668274" y="3042918"/>
              <a:ext cx="2467773" cy="775639"/>
            </a:xfrm>
            <a:prstGeom prst="rect">
              <a:avLst/>
            </a:prstGeom>
            <a:noFill/>
            <a:ln>
              <a:noFill/>
            </a:ln>
          </p:spPr>
        </p:pic>
        <p:pic>
          <p:nvPicPr>
            <p:cNvPr id="429" name="Google Shape;429;p43"/>
            <p:cNvPicPr preferRelativeResize="0"/>
            <p:nvPr/>
          </p:nvPicPr>
          <p:blipFill rotWithShape="1">
            <a:blip r:embed="rId4">
              <a:alphaModFix/>
            </a:blip>
            <a:srcRect l="50000" b="6183"/>
            <a:stretch/>
          </p:blipFill>
          <p:spPr>
            <a:xfrm rot="5400000">
              <a:off x="109262" y="220938"/>
              <a:ext cx="2429426" cy="2292350"/>
            </a:xfrm>
            <a:prstGeom prst="rect">
              <a:avLst/>
            </a:prstGeom>
            <a:noFill/>
            <a:ln>
              <a:noFill/>
            </a:ln>
          </p:spPr>
        </p:pic>
      </p:grpSp>
      <p:grpSp>
        <p:nvGrpSpPr>
          <p:cNvPr id="430" name="Google Shape;430;p43"/>
          <p:cNvGrpSpPr/>
          <p:nvPr/>
        </p:nvGrpSpPr>
        <p:grpSpPr>
          <a:xfrm>
            <a:off x="6528101" y="407029"/>
            <a:ext cx="2854722" cy="5057501"/>
            <a:chOff x="6456869" y="482600"/>
            <a:chExt cx="2726313" cy="4830008"/>
          </a:xfrm>
        </p:grpSpPr>
        <p:grpSp>
          <p:nvGrpSpPr>
            <p:cNvPr id="431" name="Google Shape;431;p43"/>
            <p:cNvGrpSpPr/>
            <p:nvPr/>
          </p:nvGrpSpPr>
          <p:grpSpPr>
            <a:xfrm>
              <a:off x="6673843" y="482600"/>
              <a:ext cx="2292357" cy="4512224"/>
              <a:chOff x="6667493" y="482600"/>
              <a:chExt cx="2292357" cy="4512224"/>
            </a:xfrm>
          </p:grpSpPr>
          <p:pic>
            <p:nvPicPr>
              <p:cNvPr id="432" name="Google Shape;432;p43"/>
              <p:cNvPicPr preferRelativeResize="0"/>
              <p:nvPr/>
            </p:nvPicPr>
            <p:blipFill>
              <a:blip r:embed="rId3">
                <a:alphaModFix/>
              </a:blip>
              <a:stretch>
                <a:fillRect/>
              </a:stretch>
            </p:blipFill>
            <p:spPr>
              <a:xfrm rot="-5400000">
                <a:off x="7338144" y="1328667"/>
                <a:ext cx="2467773" cy="775639"/>
              </a:xfrm>
              <a:prstGeom prst="rect">
                <a:avLst/>
              </a:prstGeom>
              <a:noFill/>
              <a:ln>
                <a:noFill/>
              </a:ln>
            </p:spPr>
          </p:pic>
          <p:pic>
            <p:nvPicPr>
              <p:cNvPr id="433" name="Google Shape;433;p43"/>
              <p:cNvPicPr preferRelativeResize="0"/>
              <p:nvPr/>
            </p:nvPicPr>
            <p:blipFill rotWithShape="1">
              <a:blip r:embed="rId4">
                <a:alphaModFix/>
              </a:blip>
              <a:srcRect l="50000" b="6183"/>
              <a:stretch/>
            </p:blipFill>
            <p:spPr>
              <a:xfrm rot="-5400000">
                <a:off x="6598955" y="2633936"/>
                <a:ext cx="2429426" cy="2292350"/>
              </a:xfrm>
              <a:prstGeom prst="rect">
                <a:avLst/>
              </a:prstGeom>
              <a:noFill/>
              <a:ln>
                <a:noFill/>
              </a:ln>
            </p:spPr>
          </p:pic>
        </p:grpSp>
        <p:pic>
          <p:nvPicPr>
            <p:cNvPr id="434" name="Google Shape;434;p43"/>
            <p:cNvPicPr preferRelativeResize="0"/>
            <p:nvPr/>
          </p:nvPicPr>
          <p:blipFill>
            <a:blip r:embed="rId5">
              <a:alphaModFix/>
            </a:blip>
            <a:stretch>
              <a:fillRect/>
            </a:stretch>
          </p:blipFill>
          <p:spPr>
            <a:xfrm rot="-2700000">
              <a:off x="6586139" y="3255544"/>
              <a:ext cx="2467772" cy="1387816"/>
            </a:xfrm>
            <a:prstGeom prst="rect">
              <a:avLst/>
            </a:prstGeom>
            <a:noFill/>
            <a:ln>
              <a:noFill/>
            </a:ln>
          </p:spPr>
        </p:pic>
      </p:grpSp>
    </p:spTree>
  </p:cSld>
  <p:clrMapOvr>
    <a:masterClrMapping/>
  </p:clrMapOvr>
</p:sld>
</file>

<file path=ppt/theme/theme1.xml><?xml version="1.0" encoding="utf-8"?>
<a:theme xmlns:a="http://schemas.openxmlformats.org/drawingml/2006/main" name="Bachelor in Robotics Engineering by Slidesgo">
  <a:themeElements>
    <a:clrScheme name="Simple Light">
      <a:dk1>
        <a:srgbClr val="1F164D"/>
      </a:dk1>
      <a:lt1>
        <a:srgbClr val="F9F9F9"/>
      </a:lt1>
      <a:dk2>
        <a:srgbClr val="E8E8E8"/>
      </a:dk2>
      <a:lt2>
        <a:srgbClr val="C1C1C1"/>
      </a:lt2>
      <a:accent1>
        <a:srgbClr val="6F79E3"/>
      </a:accent1>
      <a:accent2>
        <a:srgbClr val="433ABA"/>
      </a:accent2>
      <a:accent3>
        <a:srgbClr val="130994"/>
      </a:accent3>
      <a:accent4>
        <a:srgbClr val="FFFFFF"/>
      </a:accent4>
      <a:accent5>
        <a:srgbClr val="FFFFFF"/>
      </a:accent5>
      <a:accent6>
        <a:srgbClr val="FFFFFF"/>
      </a:accent6>
      <a:hlink>
        <a:srgbClr val="1F164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TotalTime>
  <Words>846</Words>
  <Application>Microsoft Office PowerPoint</Application>
  <PresentationFormat>On-screen Show (16:9)</PresentationFormat>
  <Paragraphs>103</Paragraphs>
  <Slides>10</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Nunito Light</vt:lpstr>
      <vt:lpstr>Arial</vt:lpstr>
      <vt:lpstr>IBM Plex Mono</vt:lpstr>
      <vt:lpstr>Archivo</vt:lpstr>
      <vt:lpstr>Bachelor in Robotics Engineering by Slidesgo</vt:lpstr>
      <vt:lpstr>VeriCode AI - Secure Code Intelligence and DevOps Automation Platform </vt:lpstr>
      <vt:lpstr>Introduction</vt:lpstr>
      <vt:lpstr>Abstract</vt:lpstr>
      <vt:lpstr>Literature Survey</vt:lpstr>
      <vt:lpstr>Literature Survey</vt:lpstr>
      <vt:lpstr>Research Gap Identification</vt:lpstr>
      <vt:lpstr>Previous Methodology</vt:lpstr>
      <vt:lpstr>New Methodology</vt:lpstr>
      <vt:lpstr>New Methodology</vt:lpstr>
      <vt:lpstr>THANKYOU!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Agastya Singh</cp:lastModifiedBy>
  <cp:revision>11</cp:revision>
  <dcterms:modified xsi:type="dcterms:W3CDTF">2026-08-19T04:48:48Z</dcterms:modified>
</cp:coreProperties>
</file>